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f49d0441a54231" /><Relationship Type="http://schemas.openxmlformats.org/officeDocument/2006/relationships/extended-properties" Target="/docProps/app.xml" Id="R4ff61f32acd04320" /><Relationship Type="http://schemas.openxmlformats.org/officeDocument/2006/relationships/officeDocument" Target="/ppt/presentation.xml" Id="R896b47928b7b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c25180e0ff4524"/>
  </p:sldMasterIdLst>
  <p:notesMasterIdLst>
    <p:notesMasterId xmlns:r="http://schemas.openxmlformats.org/officeDocument/2006/relationships" r:id="Re68cc954b507415b"/>
  </p:notesMasterIdLst>
  <p:sldIdLst>
    <p:sldId xmlns:r="http://schemas.openxmlformats.org/officeDocument/2006/relationships" id="256" r:id="R54e7f229b356416a"/>
    <p:sldId xmlns:r="http://schemas.openxmlformats.org/officeDocument/2006/relationships" id="257" r:id="R592c1f6b1a10489b"/>
    <p:sldId xmlns:r="http://schemas.openxmlformats.org/officeDocument/2006/relationships" id="258" r:id="R586924c9de124293"/>
    <p:sldId xmlns:r="http://schemas.openxmlformats.org/officeDocument/2006/relationships" id="259" r:id="Re386accf7ba54810"/>
    <p:sldId xmlns:r="http://schemas.openxmlformats.org/officeDocument/2006/relationships" id="260" r:id="Ra3ecd9e340cd465d"/>
    <p:sldId xmlns:r="http://schemas.openxmlformats.org/officeDocument/2006/relationships" id="261" r:id="R7fb8b1bc38d04109"/>
    <p:sldId xmlns:r="http://schemas.openxmlformats.org/officeDocument/2006/relationships" id="262" r:id="Raad0d4a51ef44f2b"/>
    <p:sldId xmlns:r="http://schemas.openxmlformats.org/officeDocument/2006/relationships" id="263" r:id="R50b906ca89f64268"/>
    <p:sldId xmlns:r="http://schemas.openxmlformats.org/officeDocument/2006/relationships" id="264" r:id="Rb629f05c569d4f31"/>
    <p:sldId xmlns:r="http://schemas.openxmlformats.org/officeDocument/2006/relationships" id="265" r:id="R48558ddb858d4c2a"/>
    <p:sldId xmlns:r="http://schemas.openxmlformats.org/officeDocument/2006/relationships" id="266" r:id="R7200cdfae4244229"/>
    <p:sldId xmlns:r="http://schemas.openxmlformats.org/officeDocument/2006/relationships" id="267" r:id="Redb946f1b2e24aae"/>
    <p:sldId xmlns:r="http://schemas.openxmlformats.org/officeDocument/2006/relationships" id="268" r:id="Ra0c02a94c7e24cac"/>
    <p:sldId xmlns:r="http://schemas.openxmlformats.org/officeDocument/2006/relationships" id="269" r:id="Rae4a47c279424c07"/>
    <p:sldId xmlns:r="http://schemas.openxmlformats.org/officeDocument/2006/relationships" id="270" r:id="Rdf866755066c4a10"/>
    <p:sldId xmlns:r="http://schemas.openxmlformats.org/officeDocument/2006/relationships" id="271" r:id="Rbb1cce287fda4817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fd380f7a64208" /><Relationship Type="http://schemas.openxmlformats.org/officeDocument/2006/relationships/slideMaster" Target="/ppt/slideMasters/slideMaster1.xml" Id="R17c25180e0ff4524" /><Relationship Type="http://schemas.openxmlformats.org/officeDocument/2006/relationships/notesMaster" Target="/ppt/notesMasters/notesMaster1.xml" Id="Re68cc954b507415b" /><Relationship Type="http://schemas.openxmlformats.org/officeDocument/2006/relationships/presProps" Target="/ppt/presProps.xml" Id="Rf270cc2305274e1b" /><Relationship Type="http://schemas.openxmlformats.org/officeDocument/2006/relationships/tableStyles" Target="/ppt/tableStyles.xml" Id="R465ca4ddd24b497f" /><Relationship Type="http://schemas.openxmlformats.org/officeDocument/2006/relationships/slide" Target="/ppt/slides/slide1.xml" Id="R54e7f229b356416a" /><Relationship Type="http://schemas.openxmlformats.org/officeDocument/2006/relationships/slide" Target="/ppt/slides/slide2.xml" Id="R592c1f6b1a10489b" /><Relationship Type="http://schemas.openxmlformats.org/officeDocument/2006/relationships/slide" Target="/ppt/slides/slide3.xml" Id="R586924c9de124293" /><Relationship Type="http://schemas.openxmlformats.org/officeDocument/2006/relationships/slide" Target="/ppt/slides/slide4.xml" Id="Re386accf7ba54810" /><Relationship Type="http://schemas.openxmlformats.org/officeDocument/2006/relationships/slide" Target="/ppt/slides/slide5.xml" Id="Ra3ecd9e340cd465d" /><Relationship Type="http://schemas.openxmlformats.org/officeDocument/2006/relationships/slide" Target="/ppt/slides/slide6.xml" Id="R7fb8b1bc38d04109" /><Relationship Type="http://schemas.openxmlformats.org/officeDocument/2006/relationships/slide" Target="/ppt/slides/slide7.xml" Id="Raad0d4a51ef44f2b" /><Relationship Type="http://schemas.openxmlformats.org/officeDocument/2006/relationships/slide" Target="/ppt/slides/slide8.xml" Id="R50b906ca89f64268" /><Relationship Type="http://schemas.openxmlformats.org/officeDocument/2006/relationships/slide" Target="/ppt/slides/slide9.xml" Id="Rb629f05c569d4f31" /><Relationship Type="http://schemas.openxmlformats.org/officeDocument/2006/relationships/slide" Target="/ppt/slides/slide10.xml" Id="R48558ddb858d4c2a" /><Relationship Type="http://schemas.openxmlformats.org/officeDocument/2006/relationships/slide" Target="/ppt/slides/slide11.xml" Id="R7200cdfae4244229" /><Relationship Type="http://schemas.openxmlformats.org/officeDocument/2006/relationships/slide" Target="/ppt/slides/slide12.xml" Id="Redb946f1b2e24aae" /><Relationship Type="http://schemas.openxmlformats.org/officeDocument/2006/relationships/slide" Target="/ppt/slides/slide13.xml" Id="Ra0c02a94c7e24cac" /><Relationship Type="http://schemas.openxmlformats.org/officeDocument/2006/relationships/slide" Target="/ppt/slides/slide14.xml" Id="Rae4a47c279424c07" /><Relationship Type="http://schemas.openxmlformats.org/officeDocument/2006/relationships/slide" Target="/ppt/slides/slide15.xml" Id="Rdf866755066c4a10" /><Relationship Type="http://schemas.openxmlformats.org/officeDocument/2006/relationships/slide" Target="/ppt/slides/slide16.xml" Id="Rbb1cce287fda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d80faf511a46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d5f9c387a84412" /><Relationship Type="http://schemas.openxmlformats.org/officeDocument/2006/relationships/notesMaster" Target="/ppt/notesMasters/notesMaster1.xml" Id="R430bdbdeefaf4c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00d632eb4e4786" /><Relationship Type="http://schemas.openxmlformats.org/officeDocument/2006/relationships/notesMaster" Target="/ppt/notesMasters/notesMaster1.xml" Id="R6fa40ad6dc8e42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31ad443aa4f3c" /><Relationship Type="http://schemas.openxmlformats.org/officeDocument/2006/relationships/notesMaster" Target="/ppt/notesMasters/notesMaster1.xml" Id="R4cd85fef3f2d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5324209f04a06" /><Relationship Type="http://schemas.openxmlformats.org/officeDocument/2006/relationships/notesMaster" Target="/ppt/notesMasters/notesMaster1.xml" Id="Rc50e3b76a9b7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ad379fcd244506" /><Relationship Type="http://schemas.openxmlformats.org/officeDocument/2006/relationships/notesMaster" Target="/ppt/notesMasters/notesMaster1.xml" Id="R7014ccd2e8c843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e355d332b94394" /><Relationship Type="http://schemas.openxmlformats.org/officeDocument/2006/relationships/notesMaster" Target="/ppt/notesMasters/notesMaster1.xml" Id="Rb873dc36830940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a4ebd99a44432f" /><Relationship Type="http://schemas.openxmlformats.org/officeDocument/2006/relationships/notesMaster" Target="/ppt/notesMasters/notesMaster1.xml" Id="Rbddbcd2a17d64e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577eb0f3414811" /><Relationship Type="http://schemas.openxmlformats.org/officeDocument/2006/relationships/notesMaster" Target="/ppt/notesMasters/notesMaster1.xml" Id="R8e0e6148cb3248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bb4b822aad4ee0" /><Relationship Type="http://schemas.openxmlformats.org/officeDocument/2006/relationships/notesMaster" Target="/ppt/notesMasters/notesMaster1.xml" Id="Rd7bb2b5b157a4b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2d68f4d4704cf6" /><Relationship Type="http://schemas.openxmlformats.org/officeDocument/2006/relationships/notesMaster" Target="/ppt/notesMasters/notesMaster1.xml" Id="R9b3a415e2ccf4a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06afde5f124915" /><Relationship Type="http://schemas.openxmlformats.org/officeDocument/2006/relationships/notesMaster" Target="/ppt/notesMasters/notesMaster1.xml" Id="R9e53fee6060b42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dc40a282874c2a" /><Relationship Type="http://schemas.openxmlformats.org/officeDocument/2006/relationships/notesMaster" Target="/ppt/notesMasters/notesMaster1.xml" Id="Rd606c71f590a48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4bf805fc6e4c10" /><Relationship Type="http://schemas.openxmlformats.org/officeDocument/2006/relationships/notesMaster" Target="/ppt/notesMasters/notesMaster1.xml" Id="R0197522e55614e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bb1fcb5d264889" /><Relationship Type="http://schemas.openxmlformats.org/officeDocument/2006/relationships/notesMaster" Target="/ppt/notesMasters/notesMaster1.xml" Id="Re8f4417164a74d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68c213e0c540dd" /><Relationship Type="http://schemas.openxmlformats.org/officeDocument/2006/relationships/notesMaster" Target="/ppt/notesMasters/notesMaster1.xml" Id="R3855d7ba2a6c4c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4167e5a146403c" /><Relationship Type="http://schemas.openxmlformats.org/officeDocument/2006/relationships/notesMaster" Target="/ppt/notesMasters/notesMaster1.xml" Id="Rce7d56cb7a27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표지. 발표명·날짜·발표자를 필요에 맞게 교체한다.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노션의 프로젝트 현황 요약을 한 장에 보여주는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번째 대목을 여는 섹션 구분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그래픽 리소스 관련 세부 내용을 세 갈래로 나누는 개요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바 내부 화면과 캐릭터 리소스의 대표 이미지를 넣는 상세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칵테일 제조와 기믹 리소스를 설명하는 상세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거리와 컷씬 연출 결과를 설명하는 상세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시스템 개편 세 영역을 소개하는 개요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바 운영 1부·2부의 개편 내용을 설명하는 상세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거리 상호작용 시스템의 데이터 흐름과 화면을 설명하는 상세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타임라인 컷씬 제작 도구의 작업 화면과 결과를 설명하는 상세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출시·홍보·플레이테스트 준비를 세 갈래로 소개하는 개요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출시와 검증 준비 내용을 한눈에 정리하는 체크리스트형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2학기 계획과 마일스톤을 월별로 채우는 타임라인 프레임.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변동과 현재 역할 분담을 정리하는 슬라이드.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마무리. 다음 빌드 목표와 요청 사항을 한 문장으로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발표 구성: https://app.notion.com/p/3cd1612298dc80bdb1fec50672df9810</a:t>
            </a:r>
          </a:p>
          <a:p xmlns:a="http://schemas.openxmlformats.org/drawingml/2006/main">
            <a:r>
              <a:t>- 시각 참고: 사용자가 제공한 기존 Keynote 발표자료 5종(색상·폰트 인상·대제목 위치만 참고)</a:t>
            </a:r>
          </a:p>
          <a:p xmlns:a="http://schemas.openxmlformats.org/drawingml/2006/main">
            <a:r>
              <a:t>- 폰트: Noto Sans CJK KR, https://github.com/notofonts/noto-cjk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f55fb91f54d2a" /><Relationship Type="http://schemas.openxmlformats.org/officeDocument/2006/relationships/image" Target="/ppt/media/image2.png" Id="R942d6bcf22104f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82609dfef48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4b6e3f9b641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936eb66484e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7a12880cb42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36e28544244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0ba1d09e441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1c1203e7d44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166815e774946" /><Relationship Type="http://schemas.openxmlformats.org/officeDocument/2006/relationships/image" Target="/ppt/media/image2.png" Id="Rbd564b1d7bf549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b688cbdd446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d17d17978478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eae4cbe4c4249" /><Relationship Type="http://schemas.openxmlformats.org/officeDocument/2006/relationships/image" Target="/ppt/media/image2.png" Id="R4bb6c63ad28e47e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18b12325c48f2" /><Relationship Type="http://schemas.openxmlformats.org/officeDocument/2006/relationships/image" Target="/ppt/media/image2.png" Id="R4dc9748671124cc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656c634e941f1" /><Relationship Type="http://schemas.openxmlformats.org/officeDocument/2006/relationships/image" Target="/ppt/media/image2.png" Id="R90a112bff6414ab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a632d920d437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562e0d9684d9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f5352e3524a81" /><Relationship Type="http://schemas.openxmlformats.org/officeDocument/2006/relationships/image" Target="/ppt/media/image2.png" Id="R29c0f894313447e0" /></Relationships>
</file>

<file path=ppt/slideLayouts/slideLayout1.xml><?xml version="1.0" encoding="utf-8"?>
<p:sldLayout xmlns:p="http://schemas.openxmlformats.org/presentationml/2006/main" showMasterSp="1" showMasterPhAnim="1" type="title">
  <p:cSld name="제목">
    <p:bg>
      <p:bgPr>
        <a:blipFill xmlns:a="http://schemas.openxmlformats.org/drawingml/2006/main" rotWithShape="1">
          <a:blip xmlns:r="http://schemas.openxmlformats.org/officeDocument/2006/relationships" r:embed="R942d6bcf22104f0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07552635-AF65-49E5-9487-FD3F173F1CA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12268950"/>
            <a:ext cx="21971000" cy="6604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62CEA8D-2CB7-4994-8DB1-B30BB698A6E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60D41070-399B-4873-B487-1DE051B17C2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44D20C4F-E22F-4BC8-A340-5C232C43361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5480"/>
            <a:ext cx="408941" cy="444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제목 및 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회색이 비치는 바닥 위의 하얀 곡선형 아치">
            <a:extLst xmlns:a="http://schemas.openxmlformats.org/drawingml/2006/main">
              <a:ext uri="{FF2B5EF4-FFF2-40B4-BE49-F238E27FC236}">
                <a16:creationId xmlns:a16="http://schemas.microsoft.com/office/drawing/2014/main" id="{4C46F008-EB64-4597-B5B1-917E158B5170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76200" y="-558800"/>
            <a:ext cx="24574500" cy="14839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72A309B1-150C-47AD-9E4C-88CB4D5E06FB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12268200"/>
            <a:ext cx="219710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2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584618B0-D2EF-4380-A1F9-0307F15B53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24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AF5A2AED-A035-4258-8E85-07760C65DE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2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056DFD2-9ADE-47E2-92A8-5A893B8ABED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제목 및 사진 대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낮은 각도에서 바라본 거울로 된 유리창이 있는 고층 건물">
            <a:extLst xmlns:a="http://schemas.openxmlformats.org/drawingml/2006/main">
              <a:ext uri="{FF2B5EF4-FFF2-40B4-BE49-F238E27FC236}">
                <a16:creationId xmlns:a16="http://schemas.microsoft.com/office/drawing/2014/main" id="{3EA2C8DE-A6C9-46C0-B4F6-5F566696FF4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8140700" y="-1"/>
            <a:ext cx="20574000" cy="13716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414E3B6C-EE04-4336-9045-13194C120E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333500"/>
            <a:ext cx="9779000" cy="5882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1BE9149-76D5-49CD-9922-FA5FB5B48B4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150100"/>
            <a:ext cx="9779000" cy="5385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3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BCA73F9-E58E-4BD1-8EA0-B8DF8503C1E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제목 및 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C3DB8110-C61D-45FA-9EEF-A399CBF8AD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4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25958700-5958-49FC-BDB7-93795B5CD0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4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658BFDBB-8BD8-4531-A89B-4B6DA82C12A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E98B257-FDBD-490F-A8ED-B41BD81A23C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746CC40-A363-407E-8AD7-147E15852B1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3F8A8FD-136B-4FFD-8A71-3BD4453A95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제목, 구분점 및 사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목재 패널이 있는 천장 일부분의 모습">
            <a:extLst xmlns:a="http://schemas.openxmlformats.org/drawingml/2006/main">
              <a:ext uri="{FF2B5EF4-FFF2-40B4-BE49-F238E27FC236}">
                <a16:creationId xmlns:a16="http://schemas.microsoft.com/office/drawing/2014/main" id="{A43FF14A-44CB-451C-8A29-9C00B0A5534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588500" y="-482600"/>
            <a:ext cx="21513800" cy="143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B35C123-0090-41DA-95FE-58ABD3148C3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6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98D24C4-1D50-44FE-8CD3-6E11EDC14F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6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B5B19CF-3890-466A-9B2A-0D9FB37D186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6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E879593-C32A-4DE1-AAE2-5BF6FE74B21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1">
  <p:cSld name="제목, 구분점 및 작은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A5B8145-560F-4C3C-9161-09324EA9E280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7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E48B9825-7ACD-465F-B13A-645FD41263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7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3CDA8E66-1DDC-42E8-B404-4AA621BCEC2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C644D78-CD4D-420F-96B5-A73A34771D2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1">
  <p:cSld name="제목, 구분점 및 큰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B0A244CE-B14D-4A84-B269-F96B7ACAFFAA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8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33B98F8-D4B2-46C5-9F8C-A4704B6237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8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CA3F006-BDA3-4B28-9BAD-8D558F806AB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8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FD93DA9F-BA9C-49D7-922E-2CEA038FD27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1">
  <p:cSld name="섹션">
    <p:bg>
      <p:bgPr>
        <a:blipFill xmlns:a="http://schemas.openxmlformats.org/drawingml/2006/main" rotWithShape="1">
          <a:blip xmlns:r="http://schemas.openxmlformats.org/officeDocument/2006/relationships" r:embed="Rbd564b1d7bf549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섹션 제목">
            <a:extLst xmlns:a="http://schemas.openxmlformats.org/drawingml/2006/main">
              <a:ext uri="{FF2B5EF4-FFF2-40B4-BE49-F238E27FC236}">
                <a16:creationId xmlns:a16="http://schemas.microsoft.com/office/drawing/2014/main" id="{A0B35DC5-526A-4EA6-BC8B-618603885F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39116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섹션 제목</a:t>
            </a:r>
          </a:p>
        </p:txBody>
      </p:sp>
      <p:sp>
        <p:nvSpPr>
          <p:cNvPr id="9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6B5BCE1-87E7-4A3D-A510-E63821E5053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1">
  <p:cSld name="제목 전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70BDEF4B-90AD-4381-8816-032D2857999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100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4F15E28-7B0E-4C22-BCF1-2D92C6297C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10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E98DE1D-C13F-451A-B49B-F0BB05E2FED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1">
  <p:cSld name="의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의제 부제">
            <a:extLst xmlns:a="http://schemas.openxmlformats.org/drawingml/2006/main">
              <a:ext uri="{FF2B5EF4-FFF2-40B4-BE49-F238E27FC236}">
                <a16:creationId xmlns:a16="http://schemas.microsoft.com/office/drawing/2014/main" id="{73C7C35B-41DE-4390-AB82-B7EF9A2E8B8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의제 부제</a:t>
            </a:r>
          </a:p>
        </p:txBody>
      </p:sp>
      <p:sp>
        <p:nvSpPr>
          <p:cNvPr id="10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CFFB321-B802-4CB0-B521-541A42626F2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 xmlns:a="http://schemas.openxmlformats.org/drawingml/2006/main">
            <a:pPr>
              <a:buNone/>
            </a:pPr>
            <a:r>
              <a:t>의제 주제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0" name="의제 제목">
            <a:extLst xmlns:a="http://schemas.openxmlformats.org/drawingml/2006/main">
              <a:ext uri="{FF2B5EF4-FFF2-40B4-BE49-F238E27FC236}">
                <a16:creationId xmlns:a16="http://schemas.microsoft.com/office/drawing/2014/main" id="{B8559C27-A442-48B2-9F9D-735B2205D99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의제 제목</a:t>
            </a:r>
          </a:p>
        </p:txBody>
      </p:sp>
      <p:sp>
        <p:nvSpPr>
          <p:cNvPr id="11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9ACC834-5690-4D58-BE8F-C4077C77E3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1">
  <p:cSld name="내역서">
    <p:bg>
      <p:bgPr>
        <a:blipFill xmlns:a="http://schemas.openxmlformats.org/drawingml/2006/main" rotWithShape="1">
          <a:blip xmlns:r="http://schemas.openxmlformats.org/officeDocument/2006/relationships" r:embed="R4bb6c63ad28e47e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244B7E6-BD45-44B8-84B4-313E344B258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191000"/>
            <a:ext cx="21971000" cy="40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내역서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760280C-19EE-4D81-9EB0-58BC3CF7D3A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1">
  <p:cSld name="중요한 사실">
    <p:bg>
      <p:bgPr>
        <a:blipFill xmlns:a="http://schemas.openxmlformats.org/drawingml/2006/main" rotWithShape="1">
          <a:blip xmlns:r="http://schemas.openxmlformats.org/officeDocument/2006/relationships" r:embed="R4dc9748671124c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B8E07897-8535-47B7-BF22-541DE86BEAC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206500"/>
            <a:ext cx="21971000" cy="735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100%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27" name="사실 정보">
            <a:extLst xmlns:a="http://schemas.openxmlformats.org/drawingml/2006/main">
              <a:ext uri="{FF2B5EF4-FFF2-40B4-BE49-F238E27FC236}">
                <a16:creationId xmlns:a16="http://schemas.microsoft.com/office/drawing/2014/main" id="{42851CCD-2DB8-4FA9-9439-57F9794A0FC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8128000"/>
            <a:ext cx="219710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사실 정보</a:t>
            </a:r>
          </a:p>
        </p:txBody>
      </p:sp>
      <p:sp>
        <p:nvSpPr>
          <p:cNvPr id="12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767E39E-73DA-469F-83BF-383E5F2A1CE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1">
  <p:cSld name="인용">
    <p:bg>
      <p:bgPr>
        <a:blipFill xmlns:a="http://schemas.openxmlformats.org/drawingml/2006/main" rotWithShape="1">
          <a:blip xmlns:r="http://schemas.openxmlformats.org/officeDocument/2006/relationships" r:embed="R90a112bff6414ab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속성">
            <a:extLst xmlns:a="http://schemas.openxmlformats.org/drawingml/2006/main">
              <a:ext uri="{FF2B5EF4-FFF2-40B4-BE49-F238E27FC236}">
                <a16:creationId xmlns:a16="http://schemas.microsoft.com/office/drawing/2014/main" id="{06BA5057-6C67-4A26-BCB7-E68F333F6CA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5461000" y="9563100"/>
            <a:ext cx="137287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속성</a:t>
            </a:r>
          </a:p>
        </p:txBody>
      </p:sp>
      <p:sp>
        <p:nvSpPr>
          <p:cNvPr id="13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867D4EF-616F-4BE8-B7F1-D5EB145F94B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194300" y="4165600"/>
            <a:ext cx="13995400" cy="443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“멋진 인용구”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B415608-6D4C-4B2F-9605-DCAD07CF48B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1">
  <p:cSld name="사진 - 3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분홍색과 보라색 하늘 아래 옥외 석재 건물의 복도">
            <a:extLst xmlns:a="http://schemas.openxmlformats.org/drawingml/2006/main">
              <a:ext uri="{FF2B5EF4-FFF2-40B4-BE49-F238E27FC236}">
                <a16:creationId xmlns:a16="http://schemas.microsoft.com/office/drawing/2014/main" id="{68072ACC-73C0-43C6-9750-311345904597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257300" y="3213100"/>
            <a:ext cx="7289800" cy="728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곡선 지붕의 흑백 근접 촬영">
            <a:extLst xmlns:a="http://schemas.openxmlformats.org/drawingml/2006/main">
              <a:ext uri="{FF2B5EF4-FFF2-40B4-BE49-F238E27FC236}">
                <a16:creationId xmlns:a16="http://schemas.microsoft.com/office/drawing/2014/main" id="{59BED876-BF1A-4055-AB6D-F7B8FAEB9EA1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6577500" y="3632200"/>
            <a:ext cx="11228999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낮은 각도에서 바라본 금속 나선형 계단">
            <a:extLst xmlns:a="http://schemas.openxmlformats.org/drawingml/2006/main">
              <a:ext uri="{FF2B5EF4-FFF2-40B4-BE49-F238E27FC236}">
                <a16:creationId xmlns:a16="http://schemas.microsoft.com/office/drawing/2014/main" id="{8D44020C-BC6F-4F17-B88B-BFC5425FF42C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14643100" y="3632200"/>
            <a:ext cx="9677400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2ED8CB-C45A-4359-ADFA-FA2F242569B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1">
  <p:cSld name="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그림자가 있는 초현대적 구조의 하얀 복도">
            <a:extLst xmlns:a="http://schemas.openxmlformats.org/drawingml/2006/main">
              <a:ext uri="{FF2B5EF4-FFF2-40B4-BE49-F238E27FC236}">
                <a16:creationId xmlns:a16="http://schemas.microsoft.com/office/drawing/2014/main" id="{EDA56898-9B40-4531-954B-7484A6D0825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38100" y="-520700"/>
            <a:ext cx="24447500" cy="14763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4A6EC8-6C6A-4231-8873-54FDA9FE04F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1">
  <p:cSld name="빈 페이지">
    <p:bg>
      <p:bgPr>
        <a:blipFill xmlns:a="http://schemas.openxmlformats.org/drawingml/2006/main" rotWithShape="1">
          <a:blip xmlns:r="http://schemas.openxmlformats.org/officeDocument/2006/relationships" r:embed="R29c0f894313447e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11E16B-D688-4C25-A48C-FAABE4185EB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7f454bcf0b54deb" /><Relationship Type="http://schemas.openxmlformats.org/officeDocument/2006/relationships/theme" Target="/ppt/slideMasters/theme/theme2.xml" Id="R92043320d93d495f" /><Relationship Type="http://schemas.openxmlformats.org/officeDocument/2006/relationships/slideLayout" Target="/ppt/slideLayouts/slideLayout1.xml" Id="R31c41688a93a450d" /><Relationship Type="http://schemas.openxmlformats.org/officeDocument/2006/relationships/slideLayout" Target="/ppt/slideLayouts/slideLayout2.xml" Id="R34732b1e583440de" /><Relationship Type="http://schemas.openxmlformats.org/officeDocument/2006/relationships/slideLayout" Target="/ppt/slideLayouts/slideLayout3.xml" Id="R21f72373b353433c" /><Relationship Type="http://schemas.openxmlformats.org/officeDocument/2006/relationships/slideLayout" Target="/ppt/slideLayouts/slideLayout4.xml" Id="Rb7e7b7dc4d4e41f0" /><Relationship Type="http://schemas.openxmlformats.org/officeDocument/2006/relationships/slideLayout" Target="/ppt/slideLayouts/slideLayout5.xml" Id="R55f9f8a380884c0c" /><Relationship Type="http://schemas.openxmlformats.org/officeDocument/2006/relationships/slideLayout" Target="/ppt/slideLayouts/slideLayout6.xml" Id="R5f9373e450cd4901" /><Relationship Type="http://schemas.openxmlformats.org/officeDocument/2006/relationships/slideLayout" Target="/ppt/slideLayouts/slideLayout7.xml" Id="R9d0e5cb715464a2b" /><Relationship Type="http://schemas.openxmlformats.org/officeDocument/2006/relationships/slideLayout" Target="/ppt/slideLayouts/slideLayout8.xml" Id="R30e749744846440d" /><Relationship Type="http://schemas.openxmlformats.org/officeDocument/2006/relationships/slideLayout" Target="/ppt/slideLayouts/slideLayout9.xml" Id="Rbc3669cf58874839" /><Relationship Type="http://schemas.openxmlformats.org/officeDocument/2006/relationships/slideLayout" Target="/ppt/slideLayouts/slideLayout10.xml" Id="Rfc266ccd2db04f1d" /><Relationship Type="http://schemas.openxmlformats.org/officeDocument/2006/relationships/slideLayout" Target="/ppt/slideLayouts/slideLayout11.xml" Id="Redad619600794804" /><Relationship Type="http://schemas.openxmlformats.org/officeDocument/2006/relationships/slideLayout" Target="/ppt/slideLayouts/slideLayout12.xml" Id="R375e5bebde704de5" /><Relationship Type="http://schemas.openxmlformats.org/officeDocument/2006/relationships/slideLayout" Target="/ppt/slideLayouts/slideLayout13.xml" Id="R70be0d84b52e4c7f" /><Relationship Type="http://schemas.openxmlformats.org/officeDocument/2006/relationships/slideLayout" Target="/ppt/slideLayouts/slideLayout14.xml" Id="Rc223d0532c664a97" /><Relationship Type="http://schemas.openxmlformats.org/officeDocument/2006/relationships/slideLayout" Target="/ppt/slideLayouts/slideLayout15.xml" Id="R4a22ebf583f44b3f" /><Relationship Type="http://schemas.openxmlformats.org/officeDocument/2006/relationships/slideLayout" Target="/ppt/slideLayouts/slideLayout16.xml" Id="R188f5a8e2059499c" /><Relationship Type="http://schemas.openxmlformats.org/officeDocument/2006/relationships/slideLayout" Target="/ppt/slideLayouts/slideLayout17.xml" Id="Ra71218703e4e4ee6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f454bcf0b54de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C9A2756-D609-4DE1-B667-0EB50E51953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21971000" cy="168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0C409DE-A81B-426F-8EDF-9CB4E4775A7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219710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0F36BA-356D-4AA2-8204-9C96C14582B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3459"/>
            <a:ext cx="408941" cy="444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r" defTabSz="584200">
              <a:spcBef>
                <a:spcPts val="0"/>
              </a:spcBef>
              <a:buNone/>
              <a:defRPr sz="20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41688a93a450d"/>
    <p:sldLayoutId xmlns:r="http://schemas.openxmlformats.org/officeDocument/2006/relationships" id="2147483650" r:id="R34732b1e583440de"/>
    <p:sldLayoutId xmlns:r="http://schemas.openxmlformats.org/officeDocument/2006/relationships" id="2147483651" r:id="R21f72373b353433c"/>
    <p:sldLayoutId xmlns:r="http://schemas.openxmlformats.org/officeDocument/2006/relationships" id="2147483652" r:id="Rb7e7b7dc4d4e41f0"/>
    <p:sldLayoutId xmlns:r="http://schemas.openxmlformats.org/officeDocument/2006/relationships" id="2147483653" r:id="R55f9f8a380884c0c"/>
    <p:sldLayoutId xmlns:r="http://schemas.openxmlformats.org/officeDocument/2006/relationships" id="2147483654" r:id="R5f9373e450cd4901"/>
    <p:sldLayoutId xmlns:r="http://schemas.openxmlformats.org/officeDocument/2006/relationships" id="2147483655" r:id="R9d0e5cb715464a2b"/>
    <p:sldLayoutId xmlns:r="http://schemas.openxmlformats.org/officeDocument/2006/relationships" id="2147483656" r:id="R30e749744846440d"/>
    <p:sldLayoutId xmlns:r="http://schemas.openxmlformats.org/officeDocument/2006/relationships" id="2147483657" r:id="Rbc3669cf58874839"/>
    <p:sldLayoutId xmlns:r="http://schemas.openxmlformats.org/officeDocument/2006/relationships" id="2147483658" r:id="Rfc266ccd2db04f1d"/>
    <p:sldLayoutId xmlns:r="http://schemas.openxmlformats.org/officeDocument/2006/relationships" id="2147483659" r:id="Redad619600794804"/>
    <p:sldLayoutId xmlns:r="http://schemas.openxmlformats.org/officeDocument/2006/relationships" id="2147483660" r:id="R375e5bebde704de5"/>
    <p:sldLayoutId xmlns:r="http://schemas.openxmlformats.org/officeDocument/2006/relationships" id="2147483661" r:id="R70be0d84b52e4c7f"/>
    <p:sldLayoutId xmlns:r="http://schemas.openxmlformats.org/officeDocument/2006/relationships" id="2147483662" r:id="Rc223d0532c664a97"/>
    <p:sldLayoutId xmlns:r="http://schemas.openxmlformats.org/officeDocument/2006/relationships" id="2147483663" r:id="R4a22ebf583f44b3f"/>
    <p:sldLayoutId xmlns:r="http://schemas.openxmlformats.org/officeDocument/2006/relationships" id="2147483664" r:id="R188f5a8e2059499c"/>
    <p:sldLayoutId xmlns:r="http://schemas.openxmlformats.org/officeDocument/2006/relationships" id="2147483665" r:id="Ra71218703e4e4ee6"/>
  </p:sldLayoutIdLst>
  <p:txStyles>
    <p:titleStyle>
      <a:lvl1pPr xmlns:a="http://schemas.openxmlformats.org/drawingml/2006/main" marL="0" marR="0" indent="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457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1pPr>
      <a:lvl2pPr xmlns:a="http://schemas.openxmlformats.org/drawingml/2006/main" marL="914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2pPr>
      <a:lvl3pPr xmlns:a="http://schemas.openxmlformats.org/drawingml/2006/main" marL="1371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3pPr>
      <a:lvl4pPr xmlns:a="http://schemas.openxmlformats.org/drawingml/2006/main" marL="1828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4pPr>
      <a:lvl5pPr xmlns:a="http://schemas.openxmlformats.org/drawingml/2006/main" marL="22860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5pPr>
      <a:lvl6pPr xmlns:a="http://schemas.openxmlformats.org/drawingml/2006/main" marL="2743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6pPr>
      <a:lvl7pPr xmlns:a="http://schemas.openxmlformats.org/drawingml/2006/main" marL="3200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7pPr>
      <a:lvl8pPr xmlns:a="http://schemas.openxmlformats.org/drawingml/2006/main" marL="3657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8pPr>
      <a:lvl9pPr xmlns:a="http://schemas.openxmlformats.org/drawingml/2006/main" marL="4114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9pPr>
    </p:bodyStyle>
    <p:otherStyle>
      <a:lvl1pPr xmlns:a="http://schemas.openxmlformats.org/drawingml/2006/main" marL="0" marR="0" indent="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7e3aebfae452d" /><Relationship Type="http://schemas.openxmlformats.org/officeDocument/2006/relationships/notesSlide" Target="/ppt/notesSlides/notesSlide1.xml" Id="R93712e641b5e45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4f1966bfa3e4f07" /><Relationship Type="http://schemas.openxmlformats.org/officeDocument/2006/relationships/notesSlide" Target="/ppt/notesSlides/notesSlide2.xml" Id="Rcd6a79f8bbec49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776e52cbc43f6" /><Relationship Type="http://schemas.openxmlformats.org/officeDocument/2006/relationships/notesSlide" Target="/ppt/notesSlides/notesSlide3.xml" Id="R3d9657fa175c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476d6dd1142408b" /><Relationship Type="http://schemas.openxmlformats.org/officeDocument/2006/relationships/notesSlide" Target="/ppt/notesSlides/notesSlide4.xml" Id="R6cfe2bdbea22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847092948d94395" /><Relationship Type="http://schemas.openxmlformats.org/officeDocument/2006/relationships/notesSlide" Target="/ppt/notesSlides/notesSlide5.xml" Id="R5095c2b068924b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00c1d436b6b49aa" /><Relationship Type="http://schemas.openxmlformats.org/officeDocument/2006/relationships/notesSlide" Target="/ppt/notesSlides/notesSlide6.xml" Id="Ra954cd5b993c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3c65f346a8e4c09" /><Relationship Type="http://schemas.openxmlformats.org/officeDocument/2006/relationships/notesSlide" Target="/ppt/notesSlides/notesSlide7.xml" Id="R13a24f80771c4f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c85e80f45ea48e6" /><Relationship Type="http://schemas.openxmlformats.org/officeDocument/2006/relationships/notesSlide" Target="/ppt/notesSlides/notesSlide8.xml" Id="Rad7f2b4d8ad744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4137cad121b41ea" /><Relationship Type="http://schemas.openxmlformats.org/officeDocument/2006/relationships/notesSlide" Target="/ppt/notesSlides/notesSlide9.xml" Id="Rbf65a5912ac641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ab1b6704a444680" /><Relationship Type="http://schemas.openxmlformats.org/officeDocument/2006/relationships/notesSlide" Target="/ppt/notesSlides/notesSlide10.xml" Id="R83cc19f772d64e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24ca8840c724e60" /><Relationship Type="http://schemas.openxmlformats.org/officeDocument/2006/relationships/notesSlide" Target="/ppt/notesSlides/notesSlide11.xml" Id="R4285d55bc6ed4b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d2424fc86f24f3a" /><Relationship Type="http://schemas.openxmlformats.org/officeDocument/2006/relationships/notesSlide" Target="/ppt/notesSlides/notesSlide12.xml" Id="R84ea1e6da10446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39d887810f34169" /><Relationship Type="http://schemas.openxmlformats.org/officeDocument/2006/relationships/notesSlide" Target="/ppt/notesSlides/notesSlide13.xml" Id="R315bab396a1841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8f95d4322b0465c" /><Relationship Type="http://schemas.openxmlformats.org/officeDocument/2006/relationships/notesSlide" Target="/ppt/notesSlides/notesSlide14.xml" Id="R03aae33912df48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dd12481091d4c8b" /><Relationship Type="http://schemas.openxmlformats.org/officeDocument/2006/relationships/notesSlide" Target="/ppt/notesSlides/notesSlide15.xml" Id="R87107fe6f27347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4f82418a54af0" /><Relationship Type="http://schemas.openxmlformats.org/officeDocument/2006/relationships/notesSlide" Target="/ppt/notesSlides/notesSlide16.xml" Id="Ra5b9870e977b44c3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24A6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17145000" cy="1809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PROJECT L.U.N.A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1619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22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여름방학 개발 성과 및 2학기 제작 계획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485900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39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프로젝트 현황 한눈에 보기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00125"/>
            <a:ext cx="7429500" cy="9048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0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PROJECT SNAPSHOT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10250"/>
            <a:ext cx="6000750" cy="447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0일차 전체 루프 · 빌드 검증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Day 0–3 · 총 4일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바 · 제조 · 거리 · 컷씬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0일차 시작부터 종료까지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Steam · Next Fest · 텀블벅 · 플레이 데이터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857750" cy="447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현재 개발 초점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데모 범위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시스템 개편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다음 빌드 목표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외부 준비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24A6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17145000" cy="1809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방학 중 진행사항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1619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22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그래픽 · 시스템 · 출시 준비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6750"/>
            <a:ext cx="1200150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37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그래픽 리소스 관련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거리·컷씬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1239500" cy="1333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19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세 영역의 결과물을 한 장에서 요약하고, 다음 장부터 각 영역을 자세히 보여준다.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2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GRAPHIC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칵테일·기믹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바 내부·캐릭터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바 내부 화면 및 캐릭터 리소스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GRAPHIC / BAR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[대표 이미지 또는 캡처]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핵심 변경점 01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핵심 변경점 02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현재 화면과 변경점을 함께 보여주세요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무엇을 제작하거나 수정했는지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실제 플레이 화면에서 달라진 점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다음 단계 또는 남은 작업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칵테일 제조 화면 및 기믹 리소스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GRAPHIC / CRAFT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[기믹 화면 또는 리소스]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제조 화면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입력·피드백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화면별 결과물과 기믹별 차이를 보여주세요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재료 선택·제조·완성 화면의 변화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따르기·병따기·셰이킹·스터 등 주요 기믹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추가 제작이 필요한 리소스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외부 거리 및 컷씬 연출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GRAPHIC / DIRECTION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[거리 또는 컷씬 캡처]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공간 연출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컷씬 연출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배경·캐릭터·연출을 한 장면으로 보여주세요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외부 거리의 화면 구성과 상호작용 표현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연구소 컷씬 또는 타임라인 연출 사례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분위기·카메라·이펙트의 목표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6750"/>
            <a:ext cx="1200150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37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핵심 시스템 개편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컷씬 제작 도구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1239500" cy="1333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19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플레이 흐름을 구성하는 세 시스템이 어떻게 달라졌는지 요약한다.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2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SYSTEM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거리 상호작용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바 운영 루프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바 운영 루프 개편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SYSTEM / BAR LOOP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[플레이 흐름 다이어그램]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1부 일반 손님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2부 단골 손님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이전 흐름과 현재 흐름을 비교하세요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손님 등장부터 주문·제조·서빙까지의 흐름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1부와 2부의 차이와 연결 방식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실제 플레이에서 해결한 문제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외부 거리 상호작용 시스템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SYSTEM / STREET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[거리 시스템 캡처]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직접 상호작용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자동 방송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접근·상호작용·대사 흐름을 보여주세요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NPC와 오브젝트가 등장하는 조건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E 상호작용과 말풍선 진행 방식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Day 99 테스트에서 확인한 항목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타임라인 기반 컷씬 제작 도구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SYSTEM / CUTSCENE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[Unity 타임라인 캡처]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제작 과정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재생 결과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작업 화면과 결과 장면을 함께 보여주세요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타임라인에서 직접 조립할 수 있는 기능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대사·카메라·애니메이션·이펙트 호출 방식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초보 작업자를 위한 편의 기능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6750"/>
            <a:ext cx="1200150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37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출시·홍보 및 플레이테스트 준비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플레이 데이터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1239500" cy="1333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19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외부 공개와 내부 검증을 동시에 준비한 과정을 세 영역으로 나눈다.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2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PREP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Steam·Next Fest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텀블벅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485900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39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출시와 검증 준비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00125"/>
            <a:ext cx="7429500" cy="9048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0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LAUNCH &amp; TEST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10250"/>
            <a:ext cx="6000750" cy="447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진행 내용 또는 목표 입력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공개 상태와 보완점 입력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참가 준비와 일정 입력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테스트 방식과 대상 입력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수집 항목과 활용 계획 입력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857750" cy="447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텀블벅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Steam 상점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Next Fest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플레이테스트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데이터 수집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4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2학기 계획 및 마일스톤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38200"/>
            <a:ext cx="6191250" cy="7810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r">
              <a:buNone/>
              <a:def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ROADMAP / SEMESTER 2</a:t>
            </a:r>
          </a:p>
        </p:txBody>
      </p:sp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3333750" cy="762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44D9E6"/>
                </a:solidFill>
                <a:latin typeface="Noto Sans CJK KR"/>
                <a:ea typeface="Noto Sans CJK KR"/>
                <a:cs typeface="Noto Sans CJK KR"/>
              </a:rPr>
              <a:t>9월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29125"/>
            <a:ext cx="57150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10월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429375"/>
            <a:ext cx="314325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11월 이후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  <a:def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월별 핵심 결과물과 검증 시점을 입력하세요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858250"/>
            <a:ext cx="11906250" cy="26193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월별 목표와 완료 기준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빌드·전시·테스트 일정 입력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• 일정 사이의 의존 관계와 위험 요소 입력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4859000" cy="1428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39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9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팀원 변동 사항 및 현재 구성 현황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00125"/>
            <a:ext cx="7429500" cy="9048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180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124A6"/>
                </a:solidFill>
                <a:latin typeface="Noto Sans CJK KR"/>
                <a:ea typeface="Noto Sans CJK KR"/>
                <a:cs typeface="Noto Sans CJK KR"/>
              </a:rPr>
              <a:t>TEAM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10250"/>
            <a:ext cx="6000750" cy="447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8명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11명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이름 · 역할 · 담당 입력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이름 · 역할 · 담당 입력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이름 · 역할 · 담당 입력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857750" cy="447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이전 구성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현재 구성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기획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프로그래밍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그래픽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24A6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17145000" cy="1809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400" b="1">
                <a:solidFill>
                  <a:srgbClr val="F5F5F5"/>
                </a:solidFill>
                <a:latin typeface="Noto Sans CJK KR"/>
                <a:ea typeface="Noto Sans CJK KR"/>
                <a:cs typeface="Noto Sans CJK KR"/>
              </a:rPr>
              <a:t>다음 빌드 목표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161925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 algn="ctr">
              <a:buNone/>
              <a:defRPr sz="22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>
                <a:solidFill>
                  <a:srgbClr val="AEB2B8"/>
                </a:solidFill>
                <a:latin typeface="Noto Sans CJK KR"/>
                <a:ea typeface="Noto Sans CJK KR"/>
                <a:cs typeface="Noto Sans CJK KR"/>
              </a:rPr>
              <a:t>0일차 시작부터 종료까지 이어지는 플레이 가능한 빌드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theme/theme1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2026-08-31T04:20:46.8720000Z</dcterms:created>
  <dcterms:modified xsi:type="dcterms:W3CDTF">2026-08-31T04:20:46.8720000Z</dcterms:modified>
</coreProperties>
</file>