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72d3ed909e44f5" /><Relationship Type="http://schemas.openxmlformats.org/officeDocument/2006/relationships/extended-properties" Target="/docProps/app.xml" Id="R8193e351c6424659" /><Relationship Type="http://schemas.openxmlformats.org/officeDocument/2006/relationships/officeDocument" Target="/ppt/presentation.xml" Id="Re75e9597289c47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e87b5e8d24df4"/>
  </p:sldMasterIdLst>
  <p:notesMasterIdLst>
    <p:notesMasterId xmlns:r="http://schemas.openxmlformats.org/officeDocument/2006/relationships" r:id="R250b59c0b66d4a7a"/>
  </p:notesMasterIdLst>
  <p:sldIdLst>
    <p:sldId xmlns:r="http://schemas.openxmlformats.org/officeDocument/2006/relationships" id="256" r:id="Rb48e317798c24669"/>
    <p:sldId xmlns:r="http://schemas.openxmlformats.org/officeDocument/2006/relationships" id="257" r:id="Ra576913af2f74dac"/>
    <p:sldId xmlns:r="http://schemas.openxmlformats.org/officeDocument/2006/relationships" id="258" r:id="Rc7864f7999134374"/>
    <p:sldId xmlns:r="http://schemas.openxmlformats.org/officeDocument/2006/relationships" id="259" r:id="R10dea5e3a5b143cd"/>
    <p:sldId xmlns:r="http://schemas.openxmlformats.org/officeDocument/2006/relationships" id="260" r:id="R0ed90be064124d92"/>
    <p:sldId xmlns:r="http://schemas.openxmlformats.org/officeDocument/2006/relationships" id="261" r:id="Ra2b7fdba8c1d42a5"/>
    <p:sldId xmlns:r="http://schemas.openxmlformats.org/officeDocument/2006/relationships" id="262" r:id="R4283e43a188d48ff"/>
    <p:sldId xmlns:r="http://schemas.openxmlformats.org/officeDocument/2006/relationships" id="263" r:id="Rf57d999c82a0462a"/>
    <p:sldId xmlns:r="http://schemas.openxmlformats.org/officeDocument/2006/relationships" id="264" r:id="R84e2052ef25f4f3b"/>
    <p:sldId xmlns:r="http://schemas.openxmlformats.org/officeDocument/2006/relationships" id="265" r:id="R106914c31a754d96"/>
    <p:sldId xmlns:r="http://schemas.openxmlformats.org/officeDocument/2006/relationships" id="266" r:id="R2f126a75ce14482e"/>
    <p:sldId xmlns:r="http://schemas.openxmlformats.org/officeDocument/2006/relationships" id="267" r:id="R64a9c8c748e9413a"/>
    <p:sldId xmlns:r="http://schemas.openxmlformats.org/officeDocument/2006/relationships" id="268" r:id="Rc408da90b4d248db"/>
    <p:sldId xmlns:r="http://schemas.openxmlformats.org/officeDocument/2006/relationships" id="269" r:id="R91648bbf8d0f47cc"/>
    <p:sldId xmlns:r="http://schemas.openxmlformats.org/officeDocument/2006/relationships" id="270" r:id="Ra5d88734a8b546d7"/>
    <p:sldId xmlns:r="http://schemas.openxmlformats.org/officeDocument/2006/relationships" id="271" r:id="R67d686b2bb8b4164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1c2ff88bef469d" /><Relationship Type="http://schemas.openxmlformats.org/officeDocument/2006/relationships/slideMaster" Target="/ppt/slideMasters/slideMaster1.xml" Id="Rc13e87b5e8d24df4" /><Relationship Type="http://schemas.openxmlformats.org/officeDocument/2006/relationships/notesMaster" Target="/ppt/notesMasters/notesMaster1.xml" Id="R250b59c0b66d4a7a" /><Relationship Type="http://schemas.openxmlformats.org/officeDocument/2006/relationships/presProps" Target="/ppt/presProps.xml" Id="R97ce5ce8eac144e3" /><Relationship Type="http://schemas.openxmlformats.org/officeDocument/2006/relationships/tableStyles" Target="/ppt/tableStyles.xml" Id="R49237e8233c64bf8" /><Relationship Type="http://schemas.openxmlformats.org/officeDocument/2006/relationships/slide" Target="/ppt/slides/slide1.xml" Id="Rb48e317798c24669" /><Relationship Type="http://schemas.openxmlformats.org/officeDocument/2006/relationships/slide" Target="/ppt/slides/slide2.xml" Id="Ra576913af2f74dac" /><Relationship Type="http://schemas.openxmlformats.org/officeDocument/2006/relationships/slide" Target="/ppt/slides/slide3.xml" Id="Rc7864f7999134374" /><Relationship Type="http://schemas.openxmlformats.org/officeDocument/2006/relationships/slide" Target="/ppt/slides/slide4.xml" Id="R10dea5e3a5b143cd" /><Relationship Type="http://schemas.openxmlformats.org/officeDocument/2006/relationships/slide" Target="/ppt/slides/slide5.xml" Id="R0ed90be064124d92" /><Relationship Type="http://schemas.openxmlformats.org/officeDocument/2006/relationships/slide" Target="/ppt/slides/slide6.xml" Id="Ra2b7fdba8c1d42a5" /><Relationship Type="http://schemas.openxmlformats.org/officeDocument/2006/relationships/slide" Target="/ppt/slides/slide7.xml" Id="R4283e43a188d48ff" /><Relationship Type="http://schemas.openxmlformats.org/officeDocument/2006/relationships/slide" Target="/ppt/slides/slide8.xml" Id="Rf57d999c82a0462a" /><Relationship Type="http://schemas.openxmlformats.org/officeDocument/2006/relationships/slide" Target="/ppt/slides/slide9.xml" Id="R84e2052ef25f4f3b" /><Relationship Type="http://schemas.openxmlformats.org/officeDocument/2006/relationships/slide" Target="/ppt/slides/slide10.xml" Id="R106914c31a754d96" /><Relationship Type="http://schemas.openxmlformats.org/officeDocument/2006/relationships/slide" Target="/ppt/slides/slide11.xml" Id="R2f126a75ce14482e" /><Relationship Type="http://schemas.openxmlformats.org/officeDocument/2006/relationships/slide" Target="/ppt/slides/slide12.xml" Id="R64a9c8c748e9413a" /><Relationship Type="http://schemas.openxmlformats.org/officeDocument/2006/relationships/slide" Target="/ppt/slides/slide13.xml" Id="Rc408da90b4d248db" /><Relationship Type="http://schemas.openxmlformats.org/officeDocument/2006/relationships/slide" Target="/ppt/slides/slide14.xml" Id="R91648bbf8d0f47cc" /><Relationship Type="http://schemas.openxmlformats.org/officeDocument/2006/relationships/slide" Target="/ppt/slides/slide15.xml" Id="Ra5d88734a8b546d7" /><Relationship Type="http://schemas.openxmlformats.org/officeDocument/2006/relationships/slide" Target="/ppt/slides/slide16.xml" Id="R67d686b2bb8b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cab6367e9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b7a656a324be5" /><Relationship Type="http://schemas.openxmlformats.org/officeDocument/2006/relationships/notesMaster" Target="/ppt/notesMasters/notesMaster1.xml" Id="Rd4e5e9195167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05c5caa4bb4570" /><Relationship Type="http://schemas.openxmlformats.org/officeDocument/2006/relationships/notesMaster" Target="/ppt/notesMasters/notesMaster1.xml" Id="R82e64a1427f347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8be1d7f7484187" /><Relationship Type="http://schemas.openxmlformats.org/officeDocument/2006/relationships/notesMaster" Target="/ppt/notesMasters/notesMaster1.xml" Id="Rfbdb7b42d95c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d7c095f9d428d" /><Relationship Type="http://schemas.openxmlformats.org/officeDocument/2006/relationships/notesMaster" Target="/ppt/notesMasters/notesMaster1.xml" Id="R8569eb680378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52c1e90a0b482d" /><Relationship Type="http://schemas.openxmlformats.org/officeDocument/2006/relationships/notesMaster" Target="/ppt/notesMasters/notesMaster1.xml" Id="R190701213ae14e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4e880cebf9493c" /><Relationship Type="http://schemas.openxmlformats.org/officeDocument/2006/relationships/notesMaster" Target="/ppt/notesMasters/notesMaster1.xml" Id="Rb6c3b09ba7984d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9d6d738f73470d" /><Relationship Type="http://schemas.openxmlformats.org/officeDocument/2006/relationships/notesMaster" Target="/ppt/notesMasters/notesMaster1.xml" Id="R04a0119cdcb641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a75ce3a2b4af8" /><Relationship Type="http://schemas.openxmlformats.org/officeDocument/2006/relationships/notesMaster" Target="/ppt/notesMasters/notesMaster1.xml" Id="R4dcfbfa0899146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7cd95e689d4cfc" /><Relationship Type="http://schemas.openxmlformats.org/officeDocument/2006/relationships/notesMaster" Target="/ppt/notesMasters/notesMaster1.xml" Id="R7789cc7d343c48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e0adf61de44a70" /><Relationship Type="http://schemas.openxmlformats.org/officeDocument/2006/relationships/notesMaster" Target="/ppt/notesMasters/notesMaster1.xml" Id="Re0cffa1dfb2e42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b1444cd7644b4c" /><Relationship Type="http://schemas.openxmlformats.org/officeDocument/2006/relationships/notesMaster" Target="/ppt/notesMasters/notesMaster1.xml" Id="Rb7ae364612404a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2ab943058a4558" /><Relationship Type="http://schemas.openxmlformats.org/officeDocument/2006/relationships/notesMaster" Target="/ppt/notesMasters/notesMaster1.xml" Id="R7773f18228894d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1943d1092d4cbf" /><Relationship Type="http://schemas.openxmlformats.org/officeDocument/2006/relationships/notesMaster" Target="/ppt/notesMasters/notesMaster1.xml" Id="Rcef01935bee545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32f73092a64795" /><Relationship Type="http://schemas.openxmlformats.org/officeDocument/2006/relationships/notesMaster" Target="/ppt/notesMasters/notesMaster1.xml" Id="R398b3995e9d64c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741faed5e549df" /><Relationship Type="http://schemas.openxmlformats.org/officeDocument/2006/relationships/notesMaster" Target="/ppt/notesMasters/notesMaster1.xml" Id="Rfe19ec3b84ba47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ac6d011cdb44d1" /><Relationship Type="http://schemas.openxmlformats.org/officeDocument/2006/relationships/notesMaster" Target="/ppt/notesMasters/notesMaster1.xml" Id="R31abdd71cfdd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1f71b6453450b" /><Relationship Type="http://schemas.openxmlformats.org/officeDocument/2006/relationships/image" Target="/ppt/media/image2.png" Id="Rf9550bc4d08b40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2a6ae938740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023a4ec7448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e67f5439547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f213cbc5946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a8089e4d54c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9426deb2745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3b55b8a924d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c5b44dc8f4dfb" /><Relationship Type="http://schemas.openxmlformats.org/officeDocument/2006/relationships/image" Target="/ppt/media/image2.png" Id="R4db0d07a0a2548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ff868cda8e41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2e1d014e2455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983920c1241c7" /><Relationship Type="http://schemas.openxmlformats.org/officeDocument/2006/relationships/image" Target="/ppt/media/image2.png" Id="Rfc774bb939bf4b2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64eabccb24233" /><Relationship Type="http://schemas.openxmlformats.org/officeDocument/2006/relationships/image" Target="/ppt/media/image2.png" Id="Rf25b130fc3cc453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267e571bc4774" /><Relationship Type="http://schemas.openxmlformats.org/officeDocument/2006/relationships/image" Target="/ppt/media/image2.png" Id="Rb17e59ee28c0499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5dcd38aea4d7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a6a499eb24ed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1968284c24a54" /><Relationship Type="http://schemas.openxmlformats.org/officeDocument/2006/relationships/image" Target="/ppt/media/image2.png" Id="Rcf1f09ae306149de" /></Relationships>
</file>

<file path=ppt/slideLayouts/slideLayout1.xml><?xml version="1.0" encoding="utf-8"?>
<p:sldLayout xmlns:p="http://schemas.openxmlformats.org/presentationml/2006/main" showMasterSp="1" showMasterPhAnim="1" type="title">
  <p:cSld name="제목">
    <p:bg>
      <p:bgPr>
        <a:blipFill xmlns:a="http://schemas.openxmlformats.org/drawingml/2006/main" rotWithShape="1">
          <a:blip xmlns:r="http://schemas.openxmlformats.org/officeDocument/2006/relationships" r:embed="Rf9550bc4d08b403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07552635-AF65-49E5-9487-FD3F173F1CA7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12268950"/>
            <a:ext cx="21971000" cy="6604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62CEA8D-2CB7-4994-8DB1-B30BB698A6E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60D41070-399B-4873-B487-1DE051B17C2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44D20C4F-E22F-4BC8-A340-5C232C43361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5480"/>
            <a:ext cx="408941" cy="4445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제목 및 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회색이 비치는 바닥 위의 하얀 곡선형 아치">
            <a:extLst xmlns:a="http://schemas.openxmlformats.org/drawingml/2006/main">
              <a:ext uri="{FF2B5EF4-FFF2-40B4-BE49-F238E27FC236}">
                <a16:creationId xmlns:a16="http://schemas.microsoft.com/office/drawing/2014/main" id="{4C46F008-EB64-4597-B5B1-917E158B5170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76200" y="-558800"/>
            <a:ext cx="24574500" cy="14839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저자 및 날짜">
            <a:extLst xmlns:a="http://schemas.openxmlformats.org/drawingml/2006/main">
              <a:ext uri="{FF2B5EF4-FFF2-40B4-BE49-F238E27FC236}">
                <a16:creationId xmlns:a16="http://schemas.microsoft.com/office/drawing/2014/main" id="{72A309B1-150C-47AD-9E4C-88CB4D5E06FB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12268200"/>
            <a:ext cx="21971000" cy="66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 anchor="b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저자 및 날짜</a:t>
            </a:r>
          </a:p>
        </p:txBody>
      </p:sp>
      <p:sp>
        <p:nvSpPr>
          <p:cNvPr id="2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584618B0-D2EF-4380-A1F9-0307F15B530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353300"/>
            <a:ext cx="21971000" cy="200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프레젠테이션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24" name="프레젠테이션 제목">
            <a:extLst xmlns:a="http://schemas.openxmlformats.org/drawingml/2006/main">
              <a:ext uri="{FF2B5EF4-FFF2-40B4-BE49-F238E27FC236}">
                <a16:creationId xmlns:a16="http://schemas.microsoft.com/office/drawing/2014/main" id="{AF5A2AED-A035-4258-8E85-07760C65DE4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26162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defTabSz="355600"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프레젠테이션 제목</a:t>
            </a:r>
          </a:p>
        </p:txBody>
      </p:sp>
      <p:sp>
        <p:nvSpPr>
          <p:cNvPr id="2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056DFD2-9ADE-47E2-92A8-5A893B8ABED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제목 및 사진 대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낮은 각도에서 바라본 거울로 된 유리창이 있는 고층 건물">
            <a:extLst xmlns:a="http://schemas.openxmlformats.org/drawingml/2006/main">
              <a:ext uri="{FF2B5EF4-FFF2-40B4-BE49-F238E27FC236}">
                <a16:creationId xmlns:a16="http://schemas.microsoft.com/office/drawing/2014/main" id="{3EA2C8DE-A6C9-46C0-B4F6-5F566696FF4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8140700" y="-1"/>
            <a:ext cx="20574000" cy="13716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414E3B6C-EE04-4336-9045-13194C120E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333500"/>
            <a:ext cx="9779000" cy="58822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1BE9149-76D5-49CD-9922-FA5FB5B48B4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7150100"/>
            <a:ext cx="9779000" cy="5385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3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BCA73F9-E58E-4BD1-8EA0-B8DF8503C1E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제목 및 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C3DB8110-C61D-45FA-9EEF-A399CBF8AD1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43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25958700-5958-49FC-BDB7-93795B5CD0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44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658BFDBB-8BD8-4531-A89B-4B6DA82C12A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E98B257-FDBD-490F-A8ED-B41BD81A23C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구분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746CC40-A363-407E-8AD7-147E15852B1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5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3F8A8FD-136B-4FFD-8A71-3BD4453A950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제목, 구분점 및 사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목재 패널이 있는 천장 일부분의 모습">
            <a:extLst xmlns:a="http://schemas.openxmlformats.org/drawingml/2006/main">
              <a:ext uri="{FF2B5EF4-FFF2-40B4-BE49-F238E27FC236}">
                <a16:creationId xmlns:a16="http://schemas.microsoft.com/office/drawing/2014/main" id="{A43FF14A-44CB-451C-8A29-9C00B0A5534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9588500" y="-482600"/>
            <a:ext cx="21513800" cy="143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B35C123-0090-41DA-95FE-58ABD3148C3C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6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98D24C4-1D50-44FE-8CD3-6E11EDC14FD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6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9B5B19CF-3890-466A-9B2A-0D9FB37D186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6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E879593-C32A-4DE1-AAE2-5BF6FE74B21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1">
  <p:cSld name="제목, 구분점 및 작은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EA5B8145-560F-4C3C-9161-09324EA9E280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7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E48B9825-7ACD-465F-B13A-645FD41263D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7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3CDA8E66-1DDC-42E8-B404-4AA621BCEC2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7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C644D78-CD4D-420F-96B5-A73A34771D25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1">
  <p:cSld name="제목, 구분점 및 큰 라이브 비디오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B0A244CE-B14D-4A84-B269-F96B7ACAFFAA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9779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8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33B98F8-D4B2-46C5-9F8C-A4704B6237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9779000" cy="168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8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CA3F006-BDA3-4B28-9BAD-8D558F806AB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9779000" cy="8256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8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FD93DA9F-BA9C-49D7-922E-2CEA038FD27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1">
  <p:cSld name="섹션">
    <p:bg>
      <p:bgPr>
        <a:blipFill xmlns:a="http://schemas.openxmlformats.org/drawingml/2006/main" rotWithShape="1">
          <a:blip xmlns:r="http://schemas.openxmlformats.org/officeDocument/2006/relationships" r:embed="R4db0d07a0a25485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섹션 제목">
            <a:extLst xmlns:a="http://schemas.openxmlformats.org/drawingml/2006/main">
              <a:ext uri="{FF2B5EF4-FFF2-40B4-BE49-F238E27FC236}">
                <a16:creationId xmlns:a16="http://schemas.microsoft.com/office/drawing/2014/main" id="{A0B35DC5-526A-4EA6-BC8B-618603885F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496" y="3911600"/>
            <a:ext cx="21971004" cy="464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12000" spc="-119"/>
            </a:lvl1pPr>
          </a:lstStyle>
          <a:p xmlns:a="http://schemas.openxmlformats.org/drawingml/2006/main">
            <a:pPr>
              <a:buNone/>
            </a:pPr>
            <a:r>
              <a:t>섹션 제목</a:t>
            </a:r>
          </a:p>
        </p:txBody>
      </p:sp>
      <p:sp>
        <p:nvSpPr>
          <p:cNvPr id="9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66B5BCE1-87E7-4A3D-A510-E63821E5053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1">
  <p:cSld name="제목 전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슬라이드 부제">
            <a:extLst xmlns:a="http://schemas.openxmlformats.org/drawingml/2006/main">
              <a:ext uri="{FF2B5EF4-FFF2-40B4-BE49-F238E27FC236}">
                <a16:creationId xmlns:a16="http://schemas.microsoft.com/office/drawing/2014/main" id="{70BDEF4B-90AD-4381-8816-032D2857999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슬라이드 부제</a:t>
            </a:r>
          </a:p>
        </p:txBody>
      </p:sp>
      <p:sp>
        <p:nvSpPr>
          <p:cNvPr id="100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14F15E28-7B0E-4C22-BCF1-2D92C6297C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10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E98DE1D-C13F-451A-B49B-F0BB05E2FED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1">
  <p:cSld name="의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의제 부제">
            <a:extLst xmlns:a="http://schemas.openxmlformats.org/drawingml/2006/main">
              <a:ext uri="{FF2B5EF4-FFF2-40B4-BE49-F238E27FC236}">
                <a16:creationId xmlns:a16="http://schemas.microsoft.com/office/drawing/2014/main" id="{73C7C35B-41DE-4390-AB82-B7EF9A2E8B89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2324100"/>
            <a:ext cx="21971000" cy="100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의제 부제</a:t>
            </a:r>
          </a:p>
        </p:txBody>
      </p:sp>
      <p:sp>
        <p:nvSpPr>
          <p:cNvPr id="10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CFFB321-B802-4CB0-B521-541A42626F2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 xmlns:a="http://schemas.openxmlformats.org/drawingml/2006/main">
            <a:pPr>
              <a:buNone/>
            </a:pPr>
            <a:r>
              <a:t>의제 주제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0" name="의제 제목">
            <a:extLst xmlns:a="http://schemas.openxmlformats.org/drawingml/2006/main">
              <a:ext uri="{FF2B5EF4-FFF2-40B4-BE49-F238E27FC236}">
                <a16:creationId xmlns:a16="http://schemas.microsoft.com/office/drawing/2014/main" id="{B8559C27-A442-48B2-9F9D-735B2205D99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의제 제목</a:t>
            </a:r>
          </a:p>
        </p:txBody>
      </p:sp>
      <p:sp>
        <p:nvSpPr>
          <p:cNvPr id="11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9ACC834-5690-4D58-BE8F-C4077C77E3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1">
  <p:cSld name="내역서">
    <p:bg>
      <p:bgPr>
        <a:blipFill xmlns:a="http://schemas.openxmlformats.org/drawingml/2006/main" rotWithShape="1">
          <a:blip xmlns:r="http://schemas.openxmlformats.org/officeDocument/2006/relationships" r:embed="Rfc774bb939bf4b2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F244B7E6-BD45-44B8-84B4-313E344B258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191000"/>
            <a:ext cx="21971000" cy="408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내역서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1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760280C-19EE-4D81-9EB0-58BC3CF7D3A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1">
  <p:cSld name="중요한 사실">
    <p:bg>
      <p:bgPr>
        <a:blipFill xmlns:a="http://schemas.openxmlformats.org/drawingml/2006/main" rotWithShape="1">
          <a:blip xmlns:r="http://schemas.openxmlformats.org/officeDocument/2006/relationships" r:embed="Rf25b130fc3cc453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B8E07897-8535-47B7-BF22-541DE86BEAC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1206500"/>
            <a:ext cx="21971000" cy="735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100%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27" name="사실 정보">
            <a:extLst xmlns:a="http://schemas.openxmlformats.org/drawingml/2006/main">
              <a:ext uri="{FF2B5EF4-FFF2-40B4-BE49-F238E27FC236}">
                <a16:creationId xmlns:a16="http://schemas.microsoft.com/office/drawing/2014/main" id="{42851CCD-2DB8-4FA9-9439-57F9794A0FC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06500" y="8128000"/>
            <a:ext cx="21971000" cy="107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r>
              <a:t>사실 정보</a:t>
            </a:r>
          </a:p>
        </p:txBody>
      </p:sp>
      <p:sp>
        <p:nvSpPr>
          <p:cNvPr id="12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2767E39E-73DA-469F-83BF-383E5F2A1CE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1">
  <p:cSld name="인용">
    <p:bg>
      <p:bgPr>
        <a:blipFill xmlns:a="http://schemas.openxmlformats.org/drawingml/2006/main" rotWithShape="1">
          <a:blip xmlns:r="http://schemas.openxmlformats.org/officeDocument/2006/relationships" r:embed="Rb17e59ee28c0499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속성">
            <a:extLst xmlns:a="http://schemas.openxmlformats.org/drawingml/2006/main">
              <a:ext uri="{FF2B5EF4-FFF2-40B4-BE49-F238E27FC236}">
                <a16:creationId xmlns:a16="http://schemas.microsoft.com/office/drawing/2014/main" id="{06BA5057-6C67-4A26-BCB7-E68F333F6CA1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5461000" y="9563100"/>
            <a:ext cx="13728700" cy="69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19" tIns="45719" rIns="45719" bIns="45719"/>
          <a:lstStyle xmlns:a="http://schemas.openxmlformats.org/drawingml/2006/main"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</a:defRPr>
            </a:lvl1pPr>
          </a:lstStyle>
          <a:p xmlns:a="http://schemas.openxmlformats.org/drawingml/2006/main">
            <a:pPr>
              <a:buNone/>
            </a:pPr>
            <a:r>
              <a:t>속성</a:t>
            </a:r>
          </a:p>
        </p:txBody>
      </p:sp>
      <p:sp>
        <p:nvSpPr>
          <p:cNvPr id="136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4867D4EF-616F-4BE8-B7F1-D5EB145F94B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5194300" y="4165600"/>
            <a:ext cx="13995400" cy="443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“멋진 인용구”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13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3B415608-6D4C-4B2F-9605-DCAD07CF48B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1">
  <p:cSld name="사진 - 3장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분홍색과 보라색 하늘 아래 옥외 석재 건물의 복도">
            <a:extLst xmlns:a="http://schemas.openxmlformats.org/drawingml/2006/main">
              <a:ext uri="{FF2B5EF4-FFF2-40B4-BE49-F238E27FC236}">
                <a16:creationId xmlns:a16="http://schemas.microsoft.com/office/drawing/2014/main" id="{68072ACC-73C0-43C6-9750-311345904597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257300" y="3213100"/>
            <a:ext cx="7289800" cy="728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곡선 지붕의 흑백 근접 촬영">
            <a:extLst xmlns:a="http://schemas.openxmlformats.org/drawingml/2006/main">
              <a:ext uri="{FF2B5EF4-FFF2-40B4-BE49-F238E27FC236}">
                <a16:creationId xmlns:a16="http://schemas.microsoft.com/office/drawing/2014/main" id="{59BED876-BF1A-4055-AB6D-F7B8FAEB9EA1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6577500" y="3632200"/>
            <a:ext cx="11228999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낮은 각도에서 바라본 금속 나선형 계단">
            <a:extLst xmlns:a="http://schemas.openxmlformats.org/drawingml/2006/main">
              <a:ext uri="{FF2B5EF4-FFF2-40B4-BE49-F238E27FC236}">
                <a16:creationId xmlns:a16="http://schemas.microsoft.com/office/drawing/2014/main" id="{8D44020C-BC6F-4F17-B88B-BFC5425FF42C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14643100" y="3632200"/>
            <a:ext cx="9677400" cy="645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2ED8CB-C45A-4359-ADFA-FA2F242569B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1">
  <p:cSld name="사진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그림자가 있는 초현대적 구조의 하얀 복도">
            <a:extLst xmlns:a="http://schemas.openxmlformats.org/drawingml/2006/main">
              <a:ext uri="{FF2B5EF4-FFF2-40B4-BE49-F238E27FC236}">
                <a16:creationId xmlns:a16="http://schemas.microsoft.com/office/drawing/2014/main" id="{EDA56898-9B40-4531-954B-7484A6D08254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-38100" y="-520700"/>
            <a:ext cx="24447500" cy="14763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5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4A6EC8-6C6A-4231-8873-54FDA9FE04F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1">
  <p:cSld name="빈 페이지">
    <p:bg>
      <p:bgPr>
        <a:blipFill xmlns:a="http://schemas.openxmlformats.org/drawingml/2006/main" rotWithShape="1">
          <a:blip xmlns:r="http://schemas.openxmlformats.org/officeDocument/2006/relationships" r:embed="Rcf1f09ae306149d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0111E16B-D688-4C25-A48C-FAABE4185EB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5cac44bc41543d6" /><Relationship Type="http://schemas.openxmlformats.org/officeDocument/2006/relationships/theme" Target="/ppt/slideMasters/theme/theme2.xml" Id="R96c8559e7fdc4a7f" /><Relationship Type="http://schemas.openxmlformats.org/officeDocument/2006/relationships/slideLayout" Target="/ppt/slideLayouts/slideLayout1.xml" Id="R342f243dc7e74e42" /><Relationship Type="http://schemas.openxmlformats.org/officeDocument/2006/relationships/slideLayout" Target="/ppt/slideLayouts/slideLayout2.xml" Id="R72de3f2233f342e1" /><Relationship Type="http://schemas.openxmlformats.org/officeDocument/2006/relationships/slideLayout" Target="/ppt/slideLayouts/slideLayout3.xml" Id="Rab1aea345e3648f3" /><Relationship Type="http://schemas.openxmlformats.org/officeDocument/2006/relationships/slideLayout" Target="/ppt/slideLayouts/slideLayout4.xml" Id="R32aaafe12e654a73" /><Relationship Type="http://schemas.openxmlformats.org/officeDocument/2006/relationships/slideLayout" Target="/ppt/slideLayouts/slideLayout5.xml" Id="R37f8f08e98d04adb" /><Relationship Type="http://schemas.openxmlformats.org/officeDocument/2006/relationships/slideLayout" Target="/ppt/slideLayouts/slideLayout6.xml" Id="Rdfae2a929b8349f8" /><Relationship Type="http://schemas.openxmlformats.org/officeDocument/2006/relationships/slideLayout" Target="/ppt/slideLayouts/slideLayout7.xml" Id="Re0f2f7244f144cbc" /><Relationship Type="http://schemas.openxmlformats.org/officeDocument/2006/relationships/slideLayout" Target="/ppt/slideLayouts/slideLayout8.xml" Id="R956a7414d2d14dc2" /><Relationship Type="http://schemas.openxmlformats.org/officeDocument/2006/relationships/slideLayout" Target="/ppt/slideLayouts/slideLayout9.xml" Id="R59aaadcb49604f38" /><Relationship Type="http://schemas.openxmlformats.org/officeDocument/2006/relationships/slideLayout" Target="/ppt/slideLayouts/slideLayout10.xml" Id="Rd7d0d823327246db" /><Relationship Type="http://schemas.openxmlformats.org/officeDocument/2006/relationships/slideLayout" Target="/ppt/slideLayouts/slideLayout11.xml" Id="R9b0301b9b5a040a8" /><Relationship Type="http://schemas.openxmlformats.org/officeDocument/2006/relationships/slideLayout" Target="/ppt/slideLayouts/slideLayout12.xml" Id="Re438b2dbac0c4f02" /><Relationship Type="http://schemas.openxmlformats.org/officeDocument/2006/relationships/slideLayout" Target="/ppt/slideLayouts/slideLayout13.xml" Id="Rbbc3e848528c4640" /><Relationship Type="http://schemas.openxmlformats.org/officeDocument/2006/relationships/slideLayout" Target="/ppt/slideLayouts/slideLayout14.xml" Id="R96b5f21f2b91434f" /><Relationship Type="http://schemas.openxmlformats.org/officeDocument/2006/relationships/slideLayout" Target="/ppt/slideLayouts/slideLayout15.xml" Id="R5a27350bdd104b44" /><Relationship Type="http://schemas.openxmlformats.org/officeDocument/2006/relationships/slideLayout" Target="/ppt/slideLayouts/slideLayout16.xml" Id="R26e1f6293b484d03" /><Relationship Type="http://schemas.openxmlformats.org/officeDocument/2006/relationships/slideLayout" Target="/ppt/slideLayouts/slideLayout17.xml" Id="Rf2742671fd1b4d4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cac44bc41543d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슬라이드 제목">
            <a:extLst xmlns:a="http://schemas.openxmlformats.org/drawingml/2006/main">
              <a:ext uri="{FF2B5EF4-FFF2-40B4-BE49-F238E27FC236}">
                <a16:creationId xmlns:a16="http://schemas.microsoft.com/office/drawing/2014/main" id="{FC9A2756-D609-4DE1-B667-0EB50E51953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635000"/>
            <a:ext cx="21971000" cy="1689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제목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0C409DE-A81B-426F-8EDF-9CB4E4775A7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219710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슬라이드 구분점 텍스트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t/>
            </a:r>
          </a:p>
          <a:p xmlns:a="http://schemas.openxmlformats.org/drawingml/2006/main">
            <a:pPr lvl="3">
              <a:buNone/>
            </a:pPr>
            <a:r>
              <a:t/>
            </a:r>
          </a:p>
          <a:p xmlns:a="http://schemas.openxmlformats.org/drawingml/2006/main">
            <a:pPr lvl="4">
              <a:buNone/>
            </a:pPr>
            <a:r>
              <a:t/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0F36BA-356D-4AA2-8204-9C96C14582B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3538179" y="12443459"/>
            <a:ext cx="408941" cy="444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r" defTabSz="584200">
              <a:spcBef>
                <a:spcPts val="0"/>
              </a:spcBef>
              <a:buNone/>
              <a:defRPr sz="2000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f243dc7e74e42"/>
    <p:sldLayoutId xmlns:r="http://schemas.openxmlformats.org/officeDocument/2006/relationships" id="2147483650" r:id="R72de3f2233f342e1"/>
    <p:sldLayoutId xmlns:r="http://schemas.openxmlformats.org/officeDocument/2006/relationships" id="2147483651" r:id="Rab1aea345e3648f3"/>
    <p:sldLayoutId xmlns:r="http://schemas.openxmlformats.org/officeDocument/2006/relationships" id="2147483652" r:id="R32aaafe12e654a73"/>
    <p:sldLayoutId xmlns:r="http://schemas.openxmlformats.org/officeDocument/2006/relationships" id="2147483653" r:id="R37f8f08e98d04adb"/>
    <p:sldLayoutId xmlns:r="http://schemas.openxmlformats.org/officeDocument/2006/relationships" id="2147483654" r:id="Rdfae2a929b8349f8"/>
    <p:sldLayoutId xmlns:r="http://schemas.openxmlformats.org/officeDocument/2006/relationships" id="2147483655" r:id="Re0f2f7244f144cbc"/>
    <p:sldLayoutId xmlns:r="http://schemas.openxmlformats.org/officeDocument/2006/relationships" id="2147483656" r:id="R956a7414d2d14dc2"/>
    <p:sldLayoutId xmlns:r="http://schemas.openxmlformats.org/officeDocument/2006/relationships" id="2147483657" r:id="R59aaadcb49604f38"/>
    <p:sldLayoutId xmlns:r="http://schemas.openxmlformats.org/officeDocument/2006/relationships" id="2147483658" r:id="Rd7d0d823327246db"/>
    <p:sldLayoutId xmlns:r="http://schemas.openxmlformats.org/officeDocument/2006/relationships" id="2147483659" r:id="R9b0301b9b5a040a8"/>
    <p:sldLayoutId xmlns:r="http://schemas.openxmlformats.org/officeDocument/2006/relationships" id="2147483660" r:id="Re438b2dbac0c4f02"/>
    <p:sldLayoutId xmlns:r="http://schemas.openxmlformats.org/officeDocument/2006/relationships" id="2147483661" r:id="Rbbc3e848528c4640"/>
    <p:sldLayoutId xmlns:r="http://schemas.openxmlformats.org/officeDocument/2006/relationships" id="2147483662" r:id="R96b5f21f2b91434f"/>
    <p:sldLayoutId xmlns:r="http://schemas.openxmlformats.org/officeDocument/2006/relationships" id="2147483663" r:id="R5a27350bdd104b44"/>
    <p:sldLayoutId xmlns:r="http://schemas.openxmlformats.org/officeDocument/2006/relationships" id="2147483664" r:id="R26e1f6293b484d03"/>
    <p:sldLayoutId xmlns:r="http://schemas.openxmlformats.org/officeDocument/2006/relationships" id="2147483665" r:id="Rf2742671fd1b4d4d"/>
  </p:sldLayoutIdLst>
  <p:txStyles>
    <p:titleStyle>
      <a:lvl1pPr xmlns:a="http://schemas.openxmlformats.org/drawingml/2006/main" marL="0" marR="0" indent="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0000" b="0" i="0" u="none" cap="none" spc="-100" baseline="0">
          <a:solidFill>
            <a:schemeClr val="accent1">
              <a:lumOff val="-32673"/>
            </a:schemeClr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457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1pPr>
      <a:lvl2pPr xmlns:a="http://schemas.openxmlformats.org/drawingml/2006/main" marL="914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2pPr>
      <a:lvl3pPr xmlns:a="http://schemas.openxmlformats.org/drawingml/2006/main" marL="1371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3pPr>
      <a:lvl4pPr xmlns:a="http://schemas.openxmlformats.org/drawingml/2006/main" marL="1828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4pPr>
      <a:lvl5pPr xmlns:a="http://schemas.openxmlformats.org/drawingml/2006/main" marL="22860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5pPr>
      <a:lvl6pPr xmlns:a="http://schemas.openxmlformats.org/drawingml/2006/main" marL="27432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6pPr>
      <a:lvl7pPr xmlns:a="http://schemas.openxmlformats.org/drawingml/2006/main" marL="32004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7pPr>
      <a:lvl8pPr xmlns:a="http://schemas.openxmlformats.org/drawingml/2006/main" marL="36576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8pPr>
      <a:lvl9pPr xmlns:a="http://schemas.openxmlformats.org/drawingml/2006/main" marL="4114800" marR="0" indent="-457200" algn="l" defTabSz="35560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defRPr sz="4000" b="0" i="0" u="none" cap="none" spc="0" baseline="0">
          <a:solidFill>
            <a:schemeClr val="accent1">
              <a:lumOff val="-32673"/>
            </a:schemeClr>
          </a:solidFill>
          <a:latin typeface="Avenir Next Regular"/>
          <a:ea typeface="Avenir Next Regular"/>
          <a:cs typeface="Avenir Next Regular"/>
        </a:defRPr>
      </a:lvl9pPr>
    </p:bodyStyle>
    <p:otherStyle>
      <a:lvl1pPr xmlns:a="http://schemas.openxmlformats.org/drawingml/2006/main" marL="0" marR="0" indent="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0a38a349d4041" /><Relationship Type="http://schemas.openxmlformats.org/officeDocument/2006/relationships/notesSlide" Target="/ppt/notesSlides/notesSlide1.xml" Id="R4d0492e0b262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42c234b7ba4318" /><Relationship Type="http://schemas.openxmlformats.org/officeDocument/2006/relationships/notesSlide" Target="/ppt/notesSlides/notesSlide2.xml" Id="Re125a4339c3d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d6e8a455c46de" /><Relationship Type="http://schemas.openxmlformats.org/officeDocument/2006/relationships/notesSlide" Target="/ppt/notesSlides/notesSlide3.xml" Id="R8a68e84a5df04e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0dd133cc3c4407d" /><Relationship Type="http://schemas.openxmlformats.org/officeDocument/2006/relationships/notesSlide" Target="/ppt/notesSlides/notesSlide4.xml" Id="Radb12f6a5c4f44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a0d5d4182af4254" /><Relationship Type="http://schemas.openxmlformats.org/officeDocument/2006/relationships/image" Target="/ppt/media/image.jpeg" Id="Rade3ab7d98b84f17" /><Relationship Type="http://schemas.openxmlformats.org/officeDocument/2006/relationships/notesSlide" Target="/ppt/notesSlides/notesSlide5.xml" Id="R2288c81132e2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554aa777b6c4be7" /><Relationship Type="http://schemas.openxmlformats.org/officeDocument/2006/relationships/image" Target="/ppt/media/image.jpeg" Id="Rd7b6ebd7c34242f5" /><Relationship Type="http://schemas.openxmlformats.org/officeDocument/2006/relationships/notesSlide" Target="/ppt/notesSlides/notesSlide6.xml" Id="R7eb7d6e3f7f24a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6a4446efacb48dd" /><Relationship Type="http://schemas.openxmlformats.org/officeDocument/2006/relationships/image" Target="/ppt/media/image.jpeg" Id="Rc78ba5a7835f4097" /><Relationship Type="http://schemas.openxmlformats.org/officeDocument/2006/relationships/notesSlide" Target="/ppt/notesSlides/notesSlide7.xml" Id="Rd2ea8f0169e844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c1ffc0b1e054f30" /><Relationship Type="http://schemas.openxmlformats.org/officeDocument/2006/relationships/notesSlide" Target="/ppt/notesSlides/notesSlide8.xml" Id="R95c301ddd4464c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8ccc6e492040c4" /><Relationship Type="http://schemas.openxmlformats.org/officeDocument/2006/relationships/image" Target="/ppt/media/image.jpeg" Id="R548df3557edd443f" /><Relationship Type="http://schemas.openxmlformats.org/officeDocument/2006/relationships/notesSlide" Target="/ppt/notesSlides/notesSlide9.xml" Id="R2f087868785844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5006a19706f4548" /><Relationship Type="http://schemas.openxmlformats.org/officeDocument/2006/relationships/image" Target="/ppt/media/image.jpeg" Id="Rcdd95bc7977d481a" /><Relationship Type="http://schemas.openxmlformats.org/officeDocument/2006/relationships/notesSlide" Target="/ppt/notesSlides/notesSlide10.xml" Id="R9acb518b823143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e295dfbcae94b44" /><Relationship Type="http://schemas.openxmlformats.org/officeDocument/2006/relationships/image" Target="/ppt/media/image.jpeg" Id="R52dc10d603944a75" /><Relationship Type="http://schemas.openxmlformats.org/officeDocument/2006/relationships/notesSlide" Target="/ppt/notesSlides/notesSlide11.xml" Id="Rbe2fb2f0d3e547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501fcd2be3142af" /><Relationship Type="http://schemas.openxmlformats.org/officeDocument/2006/relationships/notesSlide" Target="/ppt/notesSlides/notesSlide12.xml" Id="R40f2e72bcb8344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234b359e0d4895" /><Relationship Type="http://schemas.openxmlformats.org/officeDocument/2006/relationships/notesSlide" Target="/ppt/notesSlides/notesSlide13.xml" Id="R42c35790b66b4d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b491046ac9f493b" /><Relationship Type="http://schemas.openxmlformats.org/officeDocument/2006/relationships/image" Target="/ppt/media/image.jpeg" Id="Rd33dcf252516495e" /><Relationship Type="http://schemas.openxmlformats.org/officeDocument/2006/relationships/notesSlide" Target="/ppt/notesSlides/notesSlide14.xml" Id="Ra13d8fe329434e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68e0efb588a4f2e" /><Relationship Type="http://schemas.openxmlformats.org/officeDocument/2006/relationships/notesSlide" Target="/ppt/notesSlides/notesSlide15.xml" Id="R003df44ad4254b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f992960664824" /><Relationship Type="http://schemas.openxmlformats.org/officeDocument/2006/relationships/notesSlide" Target="/ppt/notesSlides/notesSlide16.xml" Id="Ra04798794e2c45b2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>
                <a:solidFill>
                  <a:srgbClr val="000000"/>
                </a:solidFill>
              </a:rPr>
              <a:t>심연</a:t>
            </a:r>
            <a:r>
              <a:t>의 청강단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최용근이 만든 빌드 파일 발표 및 시연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147" y="2573768"/>
            <a:ext cx="9739706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LUNA : 사이버펑크 바텐더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07" y="1099690"/>
            <a:ext cx="367458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게임 개요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41" y="6234773"/>
            <a:ext cx="4975203" cy="38284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 시뮬레이션 어드벤쳐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PC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Unity 6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픽셀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Va-11 Hall-a, Coffee Talk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107" y="6234773"/>
            <a:ext cx="2544752" cy="3903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장르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플랫폼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개발 엔진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아트 풍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레퍼런스 게임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>
                <a:solidFill>
                  <a:srgbClr val="000000"/>
                </a:solidFill>
              </a:rPr>
              <a:t>심연</a:t>
            </a:r>
            <a:r>
              <a:t>의 청강단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최용근이 만든 빌드 파일 발표 및 시연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2" y="824258"/>
            <a:ext cx="590423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경험?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매장 관리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328" y="2224397"/>
            <a:ext cx="6999344" cy="1196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본 프로젝트는 플레이어가 경험했으면 하는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 바텐더의 경험을 총 3가지로 나눠서 전달한다.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손님과 소통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3ab7d98b84f17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6ebd7c34242f5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ba5a7835f4097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2" y="824258"/>
            <a:ext cx="590423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경험?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매장 관리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328" y="2224397"/>
            <a:ext cx="6999344" cy="1196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본 프로젝트는 플레이어가 경험했으면 하는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 바텐더의 경험을 총 3가지로 나눠서 전달한다.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손님과 소통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df3557edd443f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95bc7977d481a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c10d603944a75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" name="바텐더의 경험?">
            <a:extLst xmlns:a="http://schemas.openxmlformats.org/drawingml/2006/main">
              <a:ext uri="{FF2B5EF4-FFF2-40B4-BE49-F238E27FC236}">
                <a16:creationId xmlns:a16="http://schemas.microsoft.com/office/drawing/2014/main" id="{8206F495-124A-4501-A30E-41D784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2" y="824258"/>
            <a:ext cx="590423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경험?</a:t>
            </a:r>
          </a:p>
        </p:txBody>
      </p:sp>
      <p:sp>
        <p:nvSpPr>
          <p:cNvPr id="206" name="원">
            <a:extLst xmlns:a="http://schemas.openxmlformats.org/drawingml/2006/main">
              <a:ext uri="{FF2B5EF4-FFF2-40B4-BE49-F238E27FC236}">
                <a16:creationId xmlns:a16="http://schemas.microsoft.com/office/drawing/2014/main" id="{BDFF5FCA-2258-4AB7-A9CF-0A8840D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6666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7" name="원">
            <a:extLst xmlns:a="http://schemas.openxmlformats.org/drawingml/2006/main">
              <a:ext uri="{FF2B5EF4-FFF2-40B4-BE49-F238E27FC236}">
                <a16:creationId xmlns:a16="http://schemas.microsoft.com/office/drawing/2014/main" id="{1B38E613-D302-4AE9-964A-569496A6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7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08" name="매장 관리">
            <a:extLst xmlns:a="http://schemas.openxmlformats.org/drawingml/2006/main">
              <a:ext uri="{FF2B5EF4-FFF2-40B4-BE49-F238E27FC236}">
                <a16:creationId xmlns:a16="http://schemas.microsoft.com/office/drawing/2014/main" id="{B021A0CD-30C3-4563-882F-C8A4365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7068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매장 관리</a:t>
            </a:r>
          </a:p>
        </p:txBody>
      </p:sp>
      <p:sp>
        <p:nvSpPr>
          <p:cNvPr id="209" name="본 프로젝트는 플레이어가 경험했으면 하는…">
            <a:extLst xmlns:a="http://schemas.openxmlformats.org/drawingml/2006/main">
              <a:ext uri="{FF2B5EF4-FFF2-40B4-BE49-F238E27FC236}">
                <a16:creationId xmlns:a16="http://schemas.microsoft.com/office/drawing/2014/main" id="{56091F62-5565-4DC5-ABCB-65CBDDB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328" y="2224397"/>
            <a:ext cx="6999344" cy="1196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본 프로젝트는 플레이어가 경험했으면 하는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 바텐더의 경험을 총 3가지로 나눠서 전달한다.</a:t>
            </a:r>
          </a:p>
        </p:txBody>
      </p:sp>
      <p:sp>
        <p:nvSpPr>
          <p:cNvPr id="210" name="선">
            <a:extLst xmlns:a="http://schemas.openxmlformats.org/drawingml/2006/main">
              <a:ext uri="{FF2B5EF4-FFF2-40B4-BE49-F238E27FC236}">
                <a16:creationId xmlns:a16="http://schemas.microsoft.com/office/drawing/2014/main" id="{E684CE83-CB0E-41DA-A450-FFFF9B6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157" y="8275966"/>
            <a:ext cx="9335686" cy="1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선">
            <a:extLst xmlns:a="http://schemas.openxmlformats.org/drawingml/2006/main">
              <a:ext uri="{FF2B5EF4-FFF2-40B4-BE49-F238E27FC236}">
                <a16:creationId xmlns:a16="http://schemas.microsoft.com/office/drawing/2014/main" id="{2365ABD5-29EF-473C-9AFF-372BBF22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350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선">
            <a:extLst xmlns:a="http://schemas.openxmlformats.org/drawingml/2006/main">
              <a:ext uri="{FF2B5EF4-FFF2-40B4-BE49-F238E27FC236}">
                <a16:creationId xmlns:a16="http://schemas.microsoft.com/office/drawing/2014/main" id="{76C26B18-CAD6-44B8-865B-3BA1D42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93" y="8251461"/>
            <a:ext cx="1" cy="16806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부분형 파이">
            <a:extLst xmlns:a="http://schemas.openxmlformats.org/drawingml/2006/main">
              <a:ext uri="{FF2B5EF4-FFF2-40B4-BE49-F238E27FC236}">
                <a16:creationId xmlns:a16="http://schemas.microsoft.com/office/drawing/2014/main" id="{AE390261-C9A0-4CC5-A858-ABE8D1A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545" y="4117545"/>
            <a:ext cx="3127012" cy="3125995"/>
          </a:xfrm>
          <a:custGeom xmlns:a="http://schemas.openxmlformats.org/drawingml/2006/main">
            <a:rect l="0" t="0" r="r" b="b"/>
            <a:pathLst>
              <a:path w="21600" h="21597">
                <a:moveTo>
                  <a:pt x="10409" y="0"/>
                </a:moveTo>
                <a:cubicBezTo>
                  <a:pt x="4626" y="206"/>
                  <a:pt x="0" y="4959"/>
                  <a:pt x="0" y="10794"/>
                </a:cubicBezTo>
                <a:cubicBezTo>
                  <a:pt x="0" y="12623"/>
                  <a:pt x="455" y="14345"/>
                  <a:pt x="1256" y="15855"/>
                </a:cubicBezTo>
                <a:cubicBezTo>
                  <a:pt x="1298" y="15933"/>
                  <a:pt x="1396" y="15960"/>
                  <a:pt x="1473" y="15916"/>
                </a:cubicBezTo>
                <a:lnTo>
                  <a:pt x="10431" y="10744"/>
                </a:lnTo>
                <a:cubicBezTo>
                  <a:pt x="10518" y="10694"/>
                  <a:pt x="10570" y="10600"/>
                  <a:pt x="10570" y="10499"/>
                </a:cubicBezTo>
                <a:lnTo>
                  <a:pt x="10570" y="158"/>
                </a:lnTo>
                <a:cubicBezTo>
                  <a:pt x="10570" y="69"/>
                  <a:pt x="10498" y="-2"/>
                  <a:pt x="10409" y="0"/>
                </a:cubicBezTo>
                <a:close/>
                <a:moveTo>
                  <a:pt x="11191" y="0"/>
                </a:moveTo>
                <a:cubicBezTo>
                  <a:pt x="11102" y="-3"/>
                  <a:pt x="11028" y="69"/>
                  <a:pt x="11028" y="158"/>
                </a:cubicBezTo>
                <a:lnTo>
                  <a:pt x="11028" y="10499"/>
                </a:lnTo>
                <a:cubicBezTo>
                  <a:pt x="11028" y="10600"/>
                  <a:pt x="11082" y="10694"/>
                  <a:pt x="11169" y="10744"/>
                </a:cubicBezTo>
                <a:lnTo>
                  <a:pt x="20127" y="15916"/>
                </a:lnTo>
                <a:cubicBezTo>
                  <a:pt x="20204" y="15960"/>
                  <a:pt x="20302" y="15933"/>
                  <a:pt x="20344" y="15855"/>
                </a:cubicBezTo>
                <a:cubicBezTo>
                  <a:pt x="21145" y="14345"/>
                  <a:pt x="21600" y="12623"/>
                  <a:pt x="21600" y="10794"/>
                </a:cubicBezTo>
                <a:cubicBezTo>
                  <a:pt x="21600" y="4959"/>
                  <a:pt x="16974" y="206"/>
                  <a:pt x="11191" y="0"/>
                </a:cubicBezTo>
                <a:close/>
                <a:moveTo>
                  <a:pt x="10799" y="11102"/>
                </a:moveTo>
                <a:cubicBezTo>
                  <a:pt x="10750" y="11102"/>
                  <a:pt x="10703" y="11116"/>
                  <a:pt x="10660" y="11141"/>
                </a:cubicBezTo>
                <a:lnTo>
                  <a:pt x="1702" y="16313"/>
                </a:lnTo>
                <a:cubicBezTo>
                  <a:pt x="1625" y="16357"/>
                  <a:pt x="1600" y="16456"/>
                  <a:pt x="1648" y="16531"/>
                </a:cubicBezTo>
                <a:cubicBezTo>
                  <a:pt x="3558" y="19574"/>
                  <a:pt x="6942" y="21597"/>
                  <a:pt x="10799" y="21597"/>
                </a:cubicBezTo>
                <a:cubicBezTo>
                  <a:pt x="14656" y="21597"/>
                  <a:pt x="18042" y="19574"/>
                  <a:pt x="19952" y="16531"/>
                </a:cubicBezTo>
                <a:cubicBezTo>
                  <a:pt x="19999" y="16456"/>
                  <a:pt x="19975" y="16357"/>
                  <a:pt x="19898" y="16313"/>
                </a:cubicBezTo>
                <a:lnTo>
                  <a:pt x="10940" y="11141"/>
                </a:lnTo>
                <a:cubicBezTo>
                  <a:pt x="10897" y="11116"/>
                  <a:pt x="10848" y="11102"/>
                  <a:pt x="10799" y="11102"/>
                </a:cubicBezTo>
                <a:close/>
              </a:path>
            </a:pathLst>
          </a:custGeom>
          <a:solidFill xmlns:a="http://schemas.openxmlformats.org/drawingml/2006/main">
            <a:srgbClr val="B03D41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4" name="바텐더">
            <a:extLst xmlns:a="http://schemas.openxmlformats.org/drawingml/2006/main">
              <a:ext uri="{FF2B5EF4-FFF2-40B4-BE49-F238E27FC236}">
                <a16:creationId xmlns:a16="http://schemas.microsoft.com/office/drawing/2014/main" id="{F6C1FCE5-7CF8-4D6F-B8A8-2A9942B2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0937" y="5316054"/>
            <a:ext cx="1762126" cy="8636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</a:t>
            </a:r>
          </a:p>
        </p:txBody>
      </p:sp>
      <p:sp>
        <p:nvSpPr>
          <p:cNvPr id="215" name="원">
            <a:extLst xmlns:a="http://schemas.openxmlformats.org/drawingml/2006/main">
              <a:ext uri="{FF2B5EF4-FFF2-40B4-BE49-F238E27FC236}">
                <a16:creationId xmlns:a16="http://schemas.microsoft.com/office/drawing/2014/main" id="{5833D3BB-506C-4C4F-B224-AE9FE39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425" y="9657353"/>
            <a:ext cx="2447252" cy="2447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406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16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1D6B1F43-1BAC-473F-9B86-AE7B018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8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17" name="손님과 소통">
            <a:extLst xmlns:a="http://schemas.openxmlformats.org/drawingml/2006/main">
              <a:ext uri="{FF2B5EF4-FFF2-40B4-BE49-F238E27FC236}">
                <a16:creationId xmlns:a16="http://schemas.microsoft.com/office/drawing/2014/main" id="{818CCD06-CFA3-4D7C-8069-C03DFED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125" y="10588239"/>
            <a:ext cx="3346451" cy="58547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3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손님과 소통</a:t>
            </a:r>
          </a:p>
        </p:txBody>
      </p:sp>
      <p:sp>
        <p:nvSpPr>
          <p:cNvPr id="218" name="선">
            <a:extLst xmlns:a="http://schemas.openxmlformats.org/drawingml/2006/main">
              <a:ext uri="{FF2B5EF4-FFF2-40B4-BE49-F238E27FC236}">
                <a16:creationId xmlns:a16="http://schemas.microsoft.com/office/drawing/2014/main" id="{485D364B-ED9E-4324-8C33-A84A85B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999" y="7205675"/>
            <a:ext cx="1" cy="2709389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C3C3C3"/>
            </a:solidFill>
            <a:tailEnd type="triangle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94687249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147" y="2573768"/>
            <a:ext cx="9739706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LUNA : 사이버펑크 바텐더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07" y="1099690"/>
            <a:ext cx="367458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게임 개요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41" y="6234773"/>
            <a:ext cx="4975203" cy="38284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 시뮬레이션 어드벤쳐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PC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Unity 6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픽셀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Va-11 Hall-a, Coffee Talk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107" y="6234773"/>
            <a:ext cx="2544752" cy="3903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장르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플랫폼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개발 엔진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아트 풍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레퍼런스 게임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모서리가 둥근 직사각형">
            <a:extLst xmlns:a="http://schemas.openxmlformats.org/drawingml/2006/main">
              <a:ext uri="{FF2B5EF4-FFF2-40B4-BE49-F238E27FC236}">
                <a16:creationId xmlns:a16="http://schemas.microsoft.com/office/drawing/2014/main" id="{622A5B90-24DC-4A91-B6C3-3B3C8A3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06" y="3639011"/>
            <a:ext cx="10794388" cy="4931345"/>
          </a:xfrm>
          <a:prstGeom xmlns:a="http://schemas.openxmlformats.org/drawingml/2006/main" prst="roundRect">
            <a:avLst>
              <a:gd name="adj" fmla="val 19855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127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27292D"/>
                </a:solidFill>
              </a:defRPr>
            </a:pPr>
          </a:p>
        </p:txBody>
      </p:sp>
      <p:sp>
        <p:nvSpPr>
          <p:cNvPr id="253" name="설명선">
            <a:extLst xmlns:a="http://schemas.openxmlformats.org/drawingml/2006/main">
              <a:ext uri="{FF2B5EF4-FFF2-40B4-BE49-F238E27FC236}">
                <a16:creationId xmlns:a16="http://schemas.microsoft.com/office/drawing/2014/main" id="{B198B417-8FEA-4B81-BFA3-EDCF6C1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5209902"/>
            <a:ext cx="6583409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432" y="21600"/>
                  <a:pt x="21224" y="21600"/>
                </a:cubicBezTo>
                <a:lnTo>
                  <a:pt x="973" y="21600"/>
                </a:lnTo>
                <a:cubicBezTo>
                  <a:pt x="779" y="21600"/>
                  <a:pt x="619" y="20224"/>
                  <a:pt x="600" y="18461"/>
                </a:cubicBezTo>
                <a:lnTo>
                  <a:pt x="598" y="18104"/>
                </a:lnTo>
                <a:lnTo>
                  <a:pt x="598" y="15702"/>
                </a:lnTo>
                <a:lnTo>
                  <a:pt x="0" y="13369"/>
                </a:lnTo>
                <a:lnTo>
                  <a:pt x="598" y="11036"/>
                </a:lnTo>
                <a:lnTo>
                  <a:pt x="598" y="3496"/>
                </a:lnTo>
                <a:cubicBezTo>
                  <a:pt x="598" y="1565"/>
                  <a:pt x="766" y="0"/>
                  <a:pt x="973" y="0"/>
                </a:cubicBezTo>
                <a:lnTo>
                  <a:pt x="21224" y="0"/>
                </a:lnTo>
                <a:cubicBezTo>
                  <a:pt x="2143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4" name="설명선">
            <a:extLst xmlns:a="http://schemas.openxmlformats.org/drawingml/2006/main">
              <a:ext uri="{FF2B5EF4-FFF2-40B4-BE49-F238E27FC236}">
                <a16:creationId xmlns:a16="http://schemas.microsoft.com/office/drawing/2014/main" id="{70189A20-8E8E-4EA1-BF50-9E0A72D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351" y="4409382"/>
            <a:ext cx="4661157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362" y="21600"/>
                  <a:pt x="21069" y="21600"/>
                </a:cubicBezTo>
                <a:lnTo>
                  <a:pt x="1375" y="21600"/>
                </a:lnTo>
                <a:cubicBezTo>
                  <a:pt x="1100" y="21600"/>
                  <a:pt x="874" y="20224"/>
                  <a:pt x="847" y="18461"/>
                </a:cubicBezTo>
                <a:lnTo>
                  <a:pt x="844" y="18104"/>
                </a:lnTo>
                <a:lnTo>
                  <a:pt x="844" y="15702"/>
                </a:lnTo>
                <a:lnTo>
                  <a:pt x="0" y="13369"/>
                </a:lnTo>
                <a:lnTo>
                  <a:pt x="844" y="11036"/>
                </a:lnTo>
                <a:lnTo>
                  <a:pt x="844" y="3496"/>
                </a:lnTo>
                <a:cubicBezTo>
                  <a:pt x="844" y="1565"/>
                  <a:pt x="1082" y="0"/>
                  <a:pt x="1375" y="0"/>
                </a:cubicBezTo>
                <a:lnTo>
                  <a:pt x="21069" y="0"/>
                </a:lnTo>
                <a:cubicBezTo>
                  <a:pt x="21362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Off val="-32673"/>
            </a:scheme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55" name="술 만들기">
            <a:extLst xmlns:a="http://schemas.openxmlformats.org/drawingml/2006/main">
              <a:ext uri="{FF2B5EF4-FFF2-40B4-BE49-F238E27FC236}">
                <a16:creationId xmlns:a16="http://schemas.microsoft.com/office/drawing/2014/main" id="{7C7F750D-A61D-4A71-9439-63BD55B1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34" y="593115"/>
            <a:ext cx="2962529" cy="106935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>
              <a:buNone/>
              <a:defRPr sz="6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술 만들기</a:t>
            </a:r>
          </a:p>
        </p:txBody>
      </p:sp>
      <p:sp>
        <p:nvSpPr>
          <p:cNvPr id="256" name="선">
            <a:extLst xmlns:a="http://schemas.openxmlformats.org/drawingml/2006/main">
              <a:ext uri="{FF2B5EF4-FFF2-40B4-BE49-F238E27FC236}">
                <a16:creationId xmlns:a16="http://schemas.microsoft.com/office/drawing/2014/main" id="{C941F5A5-6278-4BFD-9A8E-4FE45B0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7" y="1749683"/>
            <a:ext cx="22218786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바텐더의 경험">
            <a:extLst xmlns:a="http://schemas.openxmlformats.org/drawingml/2006/main">
              <a:ext uri="{FF2B5EF4-FFF2-40B4-BE49-F238E27FC236}">
                <a16:creationId xmlns:a16="http://schemas.microsoft.com/office/drawing/2014/main" id="{A549A84F-9BA8-4257-96D9-1B38FD1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640" y="941688"/>
            <a:ext cx="2891959" cy="74677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r">
              <a:buNone/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바텐더의 경험</a:t>
            </a:r>
          </a:p>
        </p:txBody>
      </p:sp>
      <p:pic>
        <p:nvPicPr>
          <p:cNvPr id="272" name="unnamed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dcf252516495e"/>
          <a:srcRect xmlns:a="http://schemas.openxmlformats.org/drawingml/2006/main" l="15268" t="8759" r="48077" b="8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0470" y="4084182"/>
            <a:ext cx="3141128" cy="3948283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9" name="마스터, 나한테 맞는 한잔으로.">
            <a:extLst xmlns:a="http://schemas.openxmlformats.org/drawingml/2006/main">
              <a:ext uri="{FF2B5EF4-FFF2-40B4-BE49-F238E27FC236}">
                <a16:creationId xmlns:a16="http://schemas.microsoft.com/office/drawing/2014/main" id="{8FBC987A-A684-4ABE-BE26-A82DD4F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09" y="4467914"/>
            <a:ext cx="3851009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algn="ctr"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마스터, 나한테 맞는 한잔으로.</a:t>
            </a:r>
          </a:p>
        </p:txBody>
      </p:sp>
      <p:sp>
        <p:nvSpPr>
          <p:cNvPr id="260" name="오늘 고된 하루를 날려보낼만한 걸로 부탁해.">
            <a:extLst xmlns:a="http://schemas.openxmlformats.org/drawingml/2006/main">
              <a:ext uri="{FF2B5EF4-FFF2-40B4-BE49-F238E27FC236}">
                <a16:creationId xmlns:a16="http://schemas.microsoft.com/office/drawing/2014/main" id="{8FAF7A1E-B2E8-4C40-A6BA-767FFD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455" y="5268434"/>
            <a:ext cx="5587046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오늘 고된 하루를 날려보낼만한 걸로 부탁해.</a:t>
            </a:r>
          </a:p>
        </p:txBody>
      </p:sp>
      <p:sp>
        <p:nvSpPr>
          <p:cNvPr id="261" name="설명선">
            <a:extLst xmlns:a="http://schemas.openxmlformats.org/drawingml/2006/main">
              <a:ext uri="{FF2B5EF4-FFF2-40B4-BE49-F238E27FC236}">
                <a16:creationId xmlns:a16="http://schemas.microsoft.com/office/drawing/2014/main" id="{615E1684-153F-4400-9E3B-24FAC854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4430928" y="6421218"/>
            <a:ext cx="3050543" cy="707555"/>
          </a:xfrm>
          <a:custGeom xmlns:a="http://schemas.openxmlformats.org/drawingml/2006/main">
            <a:rect l="0" t="0" r="r" b="b"/>
            <a:pathLst>
              <a:path w="21600" h="21600">
                <a:moveTo>
                  <a:pt x="21600" y="3496"/>
                </a:moveTo>
                <a:lnTo>
                  <a:pt x="21600" y="18104"/>
                </a:lnTo>
                <a:cubicBezTo>
                  <a:pt x="21600" y="20035"/>
                  <a:pt x="21237" y="21600"/>
                  <a:pt x="20789" y="21600"/>
                </a:cubicBezTo>
                <a:lnTo>
                  <a:pt x="2101" y="21600"/>
                </a:lnTo>
                <a:cubicBezTo>
                  <a:pt x="1681" y="21600"/>
                  <a:pt x="1336" y="20224"/>
                  <a:pt x="1294" y="18461"/>
                </a:cubicBezTo>
                <a:lnTo>
                  <a:pt x="1290" y="18104"/>
                </a:lnTo>
                <a:lnTo>
                  <a:pt x="1290" y="15702"/>
                </a:lnTo>
                <a:lnTo>
                  <a:pt x="0" y="13369"/>
                </a:lnTo>
                <a:lnTo>
                  <a:pt x="1290" y="11036"/>
                </a:lnTo>
                <a:lnTo>
                  <a:pt x="1290" y="3496"/>
                </a:lnTo>
                <a:cubicBezTo>
                  <a:pt x="1290" y="1565"/>
                  <a:pt x="1653" y="0"/>
                  <a:pt x="2101" y="0"/>
                </a:cubicBezTo>
                <a:lnTo>
                  <a:pt x="20789" y="0"/>
                </a:lnTo>
                <a:cubicBezTo>
                  <a:pt x="21237" y="0"/>
                  <a:pt x="21600" y="1565"/>
                  <a:pt x="21600" y="3496"/>
                </a:cubicBezTo>
                <a:close/>
              </a:path>
            </a:pathLst>
          </a:cu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262" name="주문 받았습니다.">
            <a:extLst xmlns:a="http://schemas.openxmlformats.org/drawingml/2006/main">
              <a:ext uri="{FF2B5EF4-FFF2-40B4-BE49-F238E27FC236}">
                <a16:creationId xmlns:a16="http://schemas.microsoft.com/office/drawing/2014/main" id="{E6127FDE-2610-4334-A7ED-BCC7B33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237" y="6479750"/>
            <a:ext cx="2213187" cy="5048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>
              <a:spcBef>
                <a:spcPts val="1000"/>
              </a:spcBef>
              <a:buNone/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주문 받았습니다.</a:t>
            </a:r>
          </a:p>
        </p:txBody>
      </p:sp>
      <p:sp>
        <p:nvSpPr>
          <p:cNvPr id="263" name="1. 주문받기">
            <a:extLst xmlns:a="http://schemas.openxmlformats.org/drawingml/2006/main">
              <a:ext uri="{FF2B5EF4-FFF2-40B4-BE49-F238E27FC236}">
                <a16:creationId xmlns:a16="http://schemas.microsoft.com/office/drawing/2014/main" id="{BBD7C3E6-6AB5-4F91-846C-4D130FE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98" y="2381697"/>
            <a:ext cx="3017404" cy="908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2D9E"/>
          </a:solidFill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5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1. 주문받기</a:t>
            </a:r>
          </a:p>
        </p:txBody>
      </p:sp>
      <p:sp>
        <p:nvSpPr>
          <p:cNvPr id="264" name="바텐더는 손님들에게 주문을 받지만…">
            <a:extLst xmlns:a="http://schemas.openxmlformats.org/drawingml/2006/main">
              <a:ext uri="{FF2B5EF4-FFF2-40B4-BE49-F238E27FC236}">
                <a16:creationId xmlns:a16="http://schemas.microsoft.com/office/drawing/2014/main" id="{A99DDCEC-4D60-449A-93D3-73CE59A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67" y="8314992"/>
            <a:ext cx="11607066" cy="34010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바텐더는 손님들에게 주문을 받지만 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손님들이 항상 정해진 메뉴만 요청하는 건 아니다.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손님의 기분, 숨겨진 요청, 그리고 지난날의 대화와 기억까지.</a:t>
            </a:r>
          </a:p>
          <a:p xmlns:a="http://schemas.openxmlformats.org/drawingml/2006/main">
            <a:pPr algn="ctr">
              <a:spcBef>
                <a:spcPts val="1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모든 맥락을 읽어내어 그들이 진정 어떤 술이 필요한지 찾아야한다.</a:t>
            </a:r>
          </a:p>
        </p:txBody>
      </p:sp>
    </p:spTree>
    <p:extLst>
      <p:ext uri="{BB962C8B-B14F-4D97-AF65-F5344CB8AC3E}">
        <p14:creationId xmlns:p14="http://schemas.microsoft.com/office/powerpoint/2010/main" val="160897468"/>
      </p:ext>
    </p:extLst>
  </p:cSld>
</p:sld>
</file>

<file path=ppt/slides/slide1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LUNA : 사이버펑크 바텐더">
            <a:extLst xmlns:a="http://schemas.openxmlformats.org/drawingml/2006/main">
              <a:ext uri="{FF2B5EF4-FFF2-40B4-BE49-F238E27FC236}">
                <a16:creationId xmlns:a16="http://schemas.microsoft.com/office/drawing/2014/main" id="{762EF172-29F7-4001-B450-873E4A5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147" y="2573768"/>
            <a:ext cx="9739706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LUNA : 사이버펑크 바텐더</a:t>
            </a:r>
          </a:p>
        </p:txBody>
      </p:sp>
      <p:sp>
        <p:nvSpPr>
          <p:cNvPr id="193" name="게임 개요">
            <a:extLst xmlns:a="http://schemas.openxmlformats.org/drawingml/2006/main">
              <a:ext uri="{FF2B5EF4-FFF2-40B4-BE49-F238E27FC236}">
                <a16:creationId xmlns:a16="http://schemas.microsoft.com/office/drawing/2014/main" id="{6C3AAD80-5F9D-4BEE-9F21-F9C51CA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707" y="1099690"/>
            <a:ext cx="3674586" cy="131129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500" b="1">
                <a:solidFill>
                  <a:srgbClr val="C72D9E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게임 개요</a:t>
            </a:r>
          </a:p>
        </p:txBody>
      </p:sp>
      <p:sp>
        <p:nvSpPr>
          <p:cNvPr id="194" name="바텐더 시뮬레이션 어드벤쳐…">
            <a:extLst xmlns:a="http://schemas.openxmlformats.org/drawingml/2006/main">
              <a:ext uri="{FF2B5EF4-FFF2-40B4-BE49-F238E27FC236}">
                <a16:creationId xmlns:a16="http://schemas.microsoft.com/office/drawing/2014/main" id="{C7FE8BEE-3A97-4DD5-958A-B4FAF28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41" y="6234773"/>
            <a:ext cx="4975203" cy="38284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바텐더 시뮬레이션 어드벤쳐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PC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Unity 6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픽셀</a:t>
            </a:r>
          </a:p>
          <a:p xmlns:a="http://schemas.openxmlformats.org/drawingml/2006/main">
            <a:pPr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Va-11 Hall-a, Coffee Talk</a:t>
            </a:r>
          </a:p>
        </p:txBody>
      </p:sp>
      <p:sp>
        <p:nvSpPr>
          <p:cNvPr id="195" name="장르…">
            <a:extLst xmlns:a="http://schemas.openxmlformats.org/drawingml/2006/main">
              <a:ext uri="{FF2B5EF4-FFF2-40B4-BE49-F238E27FC236}">
                <a16:creationId xmlns:a16="http://schemas.microsoft.com/office/drawing/2014/main" id="{E5FC6498-B388-479C-80A6-780E730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107" y="6234773"/>
            <a:ext cx="2544752" cy="390337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>
            <a:sp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장르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플랫폼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개발 엔진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아트 풍</a:t>
            </a:r>
          </a:p>
          <a:p xmlns:a="http://schemas.openxmlformats.org/drawingml/2006/main">
            <a:pPr algn="r">
              <a:spcBef>
                <a:spcPts val="2000"/>
              </a:spcBef>
              <a:buNone/>
              <a:defRPr sz="350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t>레퍼런스 게임</a:t>
            </a:r>
          </a:p>
        </p:txBody>
      </p:sp>
      <p:sp>
        <p:nvSpPr>
          <p:cNvPr id="196" name="선">
            <a:extLst xmlns:a="http://schemas.openxmlformats.org/drawingml/2006/main">
              <a:ext uri="{FF2B5EF4-FFF2-40B4-BE49-F238E27FC236}">
                <a16:creationId xmlns:a16="http://schemas.microsoft.com/office/drawing/2014/main" id="{DE758E31-FF2E-4D56-B2AE-2D0E153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1999" y="5732035"/>
            <a:ext cx="1" cy="4345576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72D9E"/>
            </a:solidFill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4836938"/>
      </p:ext>
    </p:extLst>
  </p:cSld>
</p:sld>
</file>

<file path=ppt/slides/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16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직사각형">
            <a:extLst xmlns:a="http://schemas.openxmlformats.org/drawingml/2006/main">
              <a:ext uri="{FF2B5EF4-FFF2-40B4-BE49-F238E27FC236}">
                <a16:creationId xmlns:a16="http://schemas.microsoft.com/office/drawing/2014/main" id="{85DBEB84-BCC6-45A6-8486-FB21C46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140" y="5207954"/>
            <a:ext cx="2264960" cy="1270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 defTabSz="825500">
              <a:spcBef>
                <a:spcPts val="0"/>
              </a:spcBef>
              <a:buNone/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72" name="심연의 청강단">
            <a:extLst xmlns:a="http://schemas.openxmlformats.org/drawingml/2006/main">
              <a:ext uri="{FF2B5EF4-FFF2-40B4-BE49-F238E27FC236}">
                <a16:creationId xmlns:a16="http://schemas.microsoft.com/office/drawing/2014/main" id="{26BAD8EB-3D3A-4799-B989-1C61E13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380" y="5026014"/>
            <a:ext cx="6711240" cy="16338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>
                <a:solidFill>
                  <a:srgbClr val="000000"/>
                </a:solidFill>
              </a:rPr>
              <a:t>심연</a:t>
            </a:r>
            <a:r>
              <a:t>의 청강단</a:t>
            </a:r>
          </a:p>
        </p:txBody>
      </p:sp>
      <p:sp>
        <p:nvSpPr>
          <p:cNvPr id="173" name="최용근이 만든 빌드 파일 발표 및 시연">
            <a:extLst xmlns:a="http://schemas.openxmlformats.org/drawingml/2006/main">
              <a:ext uri="{FF2B5EF4-FFF2-40B4-BE49-F238E27FC236}">
                <a16:creationId xmlns:a16="http://schemas.microsoft.com/office/drawing/2014/main" id="{3CF461D0-0D79-40C2-ABBF-66120FD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84" y="6621721"/>
            <a:ext cx="13131032" cy="123064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algn="ctr">
              <a:buNone/>
              <a:defRPr sz="70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lvl1pPr>
          </a:lstStyle>
          <a:p xmlns:a="http://schemas.openxmlformats.org/drawingml/2006/main">
            <a:pPr>
              <a:buNone/>
            </a:pPr>
            <a:r>
              <a:t>최용근이 만든 빌드 파일 발표 및 시연</a:t>
            </a:r>
          </a:p>
        </p:txBody>
      </p:sp>
    </p:spTree>
    <p:extLst>
      <p:ext uri="{BB962C8B-B14F-4D97-AF65-F5344CB8AC3E}">
        <p14:creationId xmlns:p14="http://schemas.microsoft.com/office/powerpoint/2010/main" val="345805661"/>
      </p:ext>
    </p:extLst>
  </p:cSld>
</p:sld>
</file>

<file path=ppt/theme/theme1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2026-08-31T04:07:47.6760000Z</dcterms:created>
  <dcterms:modified xsi:type="dcterms:W3CDTF">2026-08-31T04:07:47.6760000Z</dcterms:modified>
</coreProperties>
</file>