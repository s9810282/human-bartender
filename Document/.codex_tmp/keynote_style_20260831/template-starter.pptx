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428069a004e5f" /><Relationship Type="http://schemas.openxmlformats.org/officeDocument/2006/relationships/extended-properties" Target="/docProps/app.xml" Id="R333b8770f6f44627" /><Relationship Type="http://schemas.openxmlformats.org/officeDocument/2006/relationships/officeDocument" Target="/ppt/presentation.xml" Id="R7cdb8e1fc698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00ef16ac1349c8"/>
  </p:sldMasterIdLst>
  <p:notesMasterIdLst>
    <p:notesMasterId xmlns:r="http://schemas.openxmlformats.org/officeDocument/2006/relationships" r:id="R85368e9f88b34003"/>
  </p:notesMasterIdLst>
  <p:sldIdLst>
    <p:sldId xmlns:r="http://schemas.openxmlformats.org/officeDocument/2006/relationships" id="256" r:id="R4f390249e6984663"/>
    <p:sldId xmlns:r="http://schemas.openxmlformats.org/officeDocument/2006/relationships" id="257" r:id="R3725b7eafd5f44a8"/>
    <p:sldId xmlns:r="http://schemas.openxmlformats.org/officeDocument/2006/relationships" id="258" r:id="R098243dc42714de4"/>
    <p:sldId xmlns:r="http://schemas.openxmlformats.org/officeDocument/2006/relationships" id="259" r:id="Ra41217c93ee64507"/>
    <p:sldId xmlns:r="http://schemas.openxmlformats.org/officeDocument/2006/relationships" id="260" r:id="R506ecaa611ce4fd1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f0eb9d29f4c32" /><Relationship Type="http://schemas.openxmlformats.org/officeDocument/2006/relationships/slideMaster" Target="/ppt/slideMasters/slideMaster1.xml" Id="R1800ef16ac1349c8" /><Relationship Type="http://schemas.openxmlformats.org/officeDocument/2006/relationships/notesMaster" Target="/ppt/notesMasters/notesMaster1.xml" Id="R85368e9f88b34003" /><Relationship Type="http://schemas.openxmlformats.org/officeDocument/2006/relationships/presProps" Target="/ppt/presProps.xml" Id="Re117c0b71f6c471b" /><Relationship Type="http://schemas.openxmlformats.org/officeDocument/2006/relationships/tableStyles" Target="/ppt/tableStyles.xml" Id="R112651b9244947b6" /><Relationship Type="http://schemas.openxmlformats.org/officeDocument/2006/relationships/slide" Target="/ppt/slides/slide1.xml" Id="R4f390249e6984663" /><Relationship Type="http://schemas.openxmlformats.org/officeDocument/2006/relationships/slide" Target="/ppt/slides/slide2.xml" Id="R3725b7eafd5f44a8" /><Relationship Type="http://schemas.openxmlformats.org/officeDocument/2006/relationships/slide" Target="/ppt/slides/slide3.xml" Id="R098243dc42714de4" /><Relationship Type="http://schemas.openxmlformats.org/officeDocument/2006/relationships/slide" Target="/ppt/slides/slide4.xml" Id="Ra41217c93ee64507" /><Relationship Type="http://schemas.openxmlformats.org/officeDocument/2006/relationships/slide" Target="/ppt/slides/slide5.xml" Id="R506ecaa611ce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a5ea2be96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1362a4fec442b" /><Relationship Type="http://schemas.openxmlformats.org/officeDocument/2006/relationships/notesMaster" Target="/ppt/notesMasters/notesMaster1.xml" Id="R666e24e2f1a44e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6c9f745f8d4051" /><Relationship Type="http://schemas.openxmlformats.org/officeDocument/2006/relationships/notesMaster" Target="/ppt/notesMasters/notesMaster1.xml" Id="Ref728b4ee2bb45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6aac24d2f2430c" /><Relationship Type="http://schemas.openxmlformats.org/officeDocument/2006/relationships/notesMaster" Target="/ppt/notesMasters/notesMaster1.xml" Id="R4f16efe168b341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9615448f24eb7" /><Relationship Type="http://schemas.openxmlformats.org/officeDocument/2006/relationships/notesMaster" Target="/ppt/notesMasters/notesMaster1.xml" Id="R327082b6b146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05b080b74941dd" /><Relationship Type="http://schemas.openxmlformats.org/officeDocument/2006/relationships/notesMaster" Target="/ppt/notesMasters/notesMaster1.xml" Id="R0bf47b7a8e38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39cb1a3284728" /><Relationship Type="http://schemas.openxmlformats.org/officeDocument/2006/relationships/image" Target="/ppt/media/image2.png" Id="R20ed7a5b702d49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9ef265a5647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80b13625742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926ceeb4e4f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35eeea0dd4a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654cbbc704e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7a0f3dd3b46b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c57242c234cc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5da75fd0043ce" /><Relationship Type="http://schemas.openxmlformats.org/officeDocument/2006/relationships/image" Target="/ppt/media/image2.png" Id="R3329d5cd9ba049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942d1aafd46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d63af63ef449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41f7e04454e3b" /><Relationship Type="http://schemas.openxmlformats.org/officeDocument/2006/relationships/image" Target="/ppt/media/image2.png" Id="R1871302367fb4a9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a31e3b31f4ae1" /><Relationship Type="http://schemas.openxmlformats.org/officeDocument/2006/relationships/image" Target="/ppt/media/image2.png" Id="Ra9633c6345824dc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8a7d84f14495b" /><Relationship Type="http://schemas.openxmlformats.org/officeDocument/2006/relationships/image" Target="/ppt/media/image2.png" Id="Rcc2ca4ff51874cb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626b710d645e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a45a72ee3493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9ebcbff7c4928" /><Relationship Type="http://schemas.openxmlformats.org/officeDocument/2006/relationships/image" Target="/ppt/media/image2.png" Id="R4143018262974131" /></Relationships>
</file>

<file path=ppt/slideLayouts/slideLayout1.xml><?xml version="1.0" encoding="utf-8"?>
<p:sldLayout xmlns:p="http://schemas.openxmlformats.org/presentationml/2006/main" showMasterSp="1" showMasterPhAnim="1" type="title">
  <p:cSld name="제목">
    <p:bg>
      <p:bgPr>
        <a:blipFill xmlns:a="http://schemas.openxmlformats.org/drawingml/2006/main" rotWithShape="1">
          <a:blip xmlns:r="http://schemas.openxmlformats.org/officeDocument/2006/relationships" r:embed="R20ed7a5b702d499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07552635-AF65-49E5-9487-FD3F173F1CA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12268950"/>
            <a:ext cx="21971000" cy="6604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62CEA8D-2CB7-4994-8DB1-B30BB698A6E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60D41070-399B-4873-B487-1DE051B17C2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44D20C4F-E22F-4BC8-A340-5C232C43361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5480"/>
            <a:ext cx="408941" cy="444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제목 및 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회색이 비치는 바닥 위의 하얀 곡선형 아치">
            <a:extLst xmlns:a="http://schemas.openxmlformats.org/drawingml/2006/main">
              <a:ext uri="{FF2B5EF4-FFF2-40B4-BE49-F238E27FC236}">
                <a16:creationId xmlns:a16="http://schemas.microsoft.com/office/drawing/2014/main" id="{4C46F008-EB64-4597-B5B1-917E158B5170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76200" y="-558800"/>
            <a:ext cx="24574500" cy="14839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72A309B1-150C-47AD-9E4C-88CB4D5E06FB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12268200"/>
            <a:ext cx="219710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2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584618B0-D2EF-4380-A1F9-0307F15B53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24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AF5A2AED-A035-4258-8E85-07760C65DE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2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056DFD2-9ADE-47E2-92A8-5A893B8ABED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제목 및 사진 대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낮은 각도에서 바라본 거울로 된 유리창이 있는 고층 건물">
            <a:extLst xmlns:a="http://schemas.openxmlformats.org/drawingml/2006/main">
              <a:ext uri="{FF2B5EF4-FFF2-40B4-BE49-F238E27FC236}">
                <a16:creationId xmlns:a16="http://schemas.microsoft.com/office/drawing/2014/main" id="{3EA2C8DE-A6C9-46C0-B4F6-5F566696FF4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8140700" y="-1"/>
            <a:ext cx="20574000" cy="13716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414E3B6C-EE04-4336-9045-13194C120E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333500"/>
            <a:ext cx="9779000" cy="5882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1BE9149-76D5-49CD-9922-FA5FB5B48B4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150100"/>
            <a:ext cx="9779000" cy="5385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3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BCA73F9-E58E-4BD1-8EA0-B8DF8503C1E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제목 및 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C3DB8110-C61D-45FA-9EEF-A399CBF8AD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4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25958700-5958-49FC-BDB7-93795B5CD0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4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658BFDBB-8BD8-4531-A89B-4B6DA82C12A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E98B257-FDBD-490F-A8ED-B41BD81A23C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746CC40-A363-407E-8AD7-147E15852B1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3F8A8FD-136B-4FFD-8A71-3BD4453A95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제목, 구분점 및 사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목재 패널이 있는 천장 일부분의 모습">
            <a:extLst xmlns:a="http://schemas.openxmlformats.org/drawingml/2006/main">
              <a:ext uri="{FF2B5EF4-FFF2-40B4-BE49-F238E27FC236}">
                <a16:creationId xmlns:a16="http://schemas.microsoft.com/office/drawing/2014/main" id="{A43FF14A-44CB-451C-8A29-9C00B0A5534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588500" y="-482600"/>
            <a:ext cx="21513800" cy="143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B35C123-0090-41DA-95FE-58ABD3148C3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6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98D24C4-1D50-44FE-8CD3-6E11EDC14F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6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B5B19CF-3890-466A-9B2A-0D9FB37D186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6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E879593-C32A-4DE1-AAE2-5BF6FE74B21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1">
  <p:cSld name="제목, 구분점 및 작은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A5B8145-560F-4C3C-9161-09324EA9E280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7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E48B9825-7ACD-465F-B13A-645FD41263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7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3CDA8E66-1DDC-42E8-B404-4AA621BCEC2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C644D78-CD4D-420F-96B5-A73A34771D2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1">
  <p:cSld name="제목, 구분점 및 큰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B0A244CE-B14D-4A84-B269-F96B7ACAFFAA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8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33B98F8-D4B2-46C5-9F8C-A4704B6237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8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CA3F006-BDA3-4B28-9BAD-8D558F806AB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8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FD93DA9F-BA9C-49D7-922E-2CEA038FD27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1">
  <p:cSld name="섹션">
    <p:bg>
      <p:bgPr>
        <a:blipFill xmlns:a="http://schemas.openxmlformats.org/drawingml/2006/main" rotWithShape="1">
          <a:blip xmlns:r="http://schemas.openxmlformats.org/officeDocument/2006/relationships" r:embed="R3329d5cd9ba049c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섹션 제목">
            <a:extLst xmlns:a="http://schemas.openxmlformats.org/drawingml/2006/main">
              <a:ext uri="{FF2B5EF4-FFF2-40B4-BE49-F238E27FC236}">
                <a16:creationId xmlns:a16="http://schemas.microsoft.com/office/drawing/2014/main" id="{A0B35DC5-526A-4EA6-BC8B-618603885F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39116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섹션 제목</a:t>
            </a:r>
          </a:p>
        </p:txBody>
      </p:sp>
      <p:sp>
        <p:nvSpPr>
          <p:cNvPr id="9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6B5BCE1-87E7-4A3D-A510-E63821E5053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1">
  <p:cSld name="제목 전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70BDEF4B-90AD-4381-8816-032D2857999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100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4F15E28-7B0E-4C22-BCF1-2D92C6297C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10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E98DE1D-C13F-451A-B49B-F0BB05E2FED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1">
  <p:cSld name="의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의제 부제">
            <a:extLst xmlns:a="http://schemas.openxmlformats.org/drawingml/2006/main">
              <a:ext uri="{FF2B5EF4-FFF2-40B4-BE49-F238E27FC236}">
                <a16:creationId xmlns:a16="http://schemas.microsoft.com/office/drawing/2014/main" id="{73C7C35B-41DE-4390-AB82-B7EF9A2E8B8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의제 부제</a:t>
            </a:r>
          </a:p>
        </p:txBody>
      </p:sp>
      <p:sp>
        <p:nvSpPr>
          <p:cNvPr id="10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CFFB321-B802-4CB0-B521-541A42626F2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 xmlns:a="http://schemas.openxmlformats.org/drawingml/2006/main">
            <a:pPr>
              <a:buNone/>
            </a:pPr>
            <a:r>
              <a:t>의제 주제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0" name="의제 제목">
            <a:extLst xmlns:a="http://schemas.openxmlformats.org/drawingml/2006/main">
              <a:ext uri="{FF2B5EF4-FFF2-40B4-BE49-F238E27FC236}">
                <a16:creationId xmlns:a16="http://schemas.microsoft.com/office/drawing/2014/main" id="{B8559C27-A442-48B2-9F9D-735B2205D99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의제 제목</a:t>
            </a:r>
          </a:p>
        </p:txBody>
      </p:sp>
      <p:sp>
        <p:nvSpPr>
          <p:cNvPr id="11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9ACC834-5690-4D58-BE8F-C4077C77E3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1">
  <p:cSld name="내역서">
    <p:bg>
      <p:bgPr>
        <a:blipFill xmlns:a="http://schemas.openxmlformats.org/drawingml/2006/main" rotWithShape="1">
          <a:blip xmlns:r="http://schemas.openxmlformats.org/officeDocument/2006/relationships" r:embed="R1871302367fb4a9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244B7E6-BD45-44B8-84B4-313E344B258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191000"/>
            <a:ext cx="21971000" cy="40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내역서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760280C-19EE-4D81-9EB0-58BC3CF7D3A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1">
  <p:cSld name="중요한 사실">
    <p:bg>
      <p:bgPr>
        <a:blipFill xmlns:a="http://schemas.openxmlformats.org/drawingml/2006/main" rotWithShape="1">
          <a:blip xmlns:r="http://schemas.openxmlformats.org/officeDocument/2006/relationships" r:embed="Ra9633c6345824dc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B8E07897-8535-47B7-BF22-541DE86BEAC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206500"/>
            <a:ext cx="21971000" cy="735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100%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27" name="사실 정보">
            <a:extLst xmlns:a="http://schemas.openxmlformats.org/drawingml/2006/main">
              <a:ext uri="{FF2B5EF4-FFF2-40B4-BE49-F238E27FC236}">
                <a16:creationId xmlns:a16="http://schemas.microsoft.com/office/drawing/2014/main" id="{42851CCD-2DB8-4FA9-9439-57F9794A0FC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8128000"/>
            <a:ext cx="219710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사실 정보</a:t>
            </a:r>
          </a:p>
        </p:txBody>
      </p:sp>
      <p:sp>
        <p:nvSpPr>
          <p:cNvPr id="12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767E39E-73DA-469F-83BF-383E5F2A1CE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1">
  <p:cSld name="인용">
    <p:bg>
      <p:bgPr>
        <a:blipFill xmlns:a="http://schemas.openxmlformats.org/drawingml/2006/main" rotWithShape="1">
          <a:blip xmlns:r="http://schemas.openxmlformats.org/officeDocument/2006/relationships" r:embed="Rcc2ca4ff51874cb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속성">
            <a:extLst xmlns:a="http://schemas.openxmlformats.org/drawingml/2006/main">
              <a:ext uri="{FF2B5EF4-FFF2-40B4-BE49-F238E27FC236}">
                <a16:creationId xmlns:a16="http://schemas.microsoft.com/office/drawing/2014/main" id="{06BA5057-6C67-4A26-BCB7-E68F333F6CA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5461000" y="9563100"/>
            <a:ext cx="137287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속성</a:t>
            </a:r>
          </a:p>
        </p:txBody>
      </p:sp>
      <p:sp>
        <p:nvSpPr>
          <p:cNvPr id="13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867D4EF-616F-4BE8-B7F1-D5EB145F94B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194300" y="4165600"/>
            <a:ext cx="13995400" cy="443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“멋진 인용구”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B415608-6D4C-4B2F-9605-DCAD07CF48B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1">
  <p:cSld name="사진 - 3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분홍색과 보라색 하늘 아래 옥외 석재 건물의 복도">
            <a:extLst xmlns:a="http://schemas.openxmlformats.org/drawingml/2006/main">
              <a:ext uri="{FF2B5EF4-FFF2-40B4-BE49-F238E27FC236}">
                <a16:creationId xmlns:a16="http://schemas.microsoft.com/office/drawing/2014/main" id="{68072ACC-73C0-43C6-9750-311345904597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257300" y="3213100"/>
            <a:ext cx="7289800" cy="728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곡선 지붕의 흑백 근접 촬영">
            <a:extLst xmlns:a="http://schemas.openxmlformats.org/drawingml/2006/main">
              <a:ext uri="{FF2B5EF4-FFF2-40B4-BE49-F238E27FC236}">
                <a16:creationId xmlns:a16="http://schemas.microsoft.com/office/drawing/2014/main" id="{59BED876-BF1A-4055-AB6D-F7B8FAEB9EA1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6577500" y="3632200"/>
            <a:ext cx="11228999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낮은 각도에서 바라본 금속 나선형 계단">
            <a:extLst xmlns:a="http://schemas.openxmlformats.org/drawingml/2006/main">
              <a:ext uri="{FF2B5EF4-FFF2-40B4-BE49-F238E27FC236}">
                <a16:creationId xmlns:a16="http://schemas.microsoft.com/office/drawing/2014/main" id="{8D44020C-BC6F-4F17-B88B-BFC5425FF42C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14643100" y="3632200"/>
            <a:ext cx="9677400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2ED8CB-C45A-4359-ADFA-FA2F242569B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1">
  <p:cSld name="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그림자가 있는 초현대적 구조의 하얀 복도">
            <a:extLst xmlns:a="http://schemas.openxmlformats.org/drawingml/2006/main">
              <a:ext uri="{FF2B5EF4-FFF2-40B4-BE49-F238E27FC236}">
                <a16:creationId xmlns:a16="http://schemas.microsoft.com/office/drawing/2014/main" id="{EDA56898-9B40-4531-954B-7484A6D0825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38100" y="-520700"/>
            <a:ext cx="24447500" cy="14763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4A6EC8-6C6A-4231-8873-54FDA9FE04F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1">
  <p:cSld name="빈 페이지">
    <p:bg>
      <p:bgPr>
        <a:blipFill xmlns:a="http://schemas.openxmlformats.org/drawingml/2006/main" rotWithShape="1">
          <a:blip xmlns:r="http://schemas.openxmlformats.org/officeDocument/2006/relationships" r:embed="R41430182629741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11E16B-D688-4C25-A48C-FAABE4185EB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84936d8d3b2461d" /><Relationship Type="http://schemas.openxmlformats.org/officeDocument/2006/relationships/theme" Target="/ppt/slideMasters/theme/theme2.xml" Id="R4a70ddef37a74f5d" /><Relationship Type="http://schemas.openxmlformats.org/officeDocument/2006/relationships/slideLayout" Target="/ppt/slideLayouts/slideLayout1.xml" Id="R1697dc80d27a4fef" /><Relationship Type="http://schemas.openxmlformats.org/officeDocument/2006/relationships/slideLayout" Target="/ppt/slideLayouts/slideLayout2.xml" Id="R32aba665ee954693" /><Relationship Type="http://schemas.openxmlformats.org/officeDocument/2006/relationships/slideLayout" Target="/ppt/slideLayouts/slideLayout3.xml" Id="R312cafcaa6a24810" /><Relationship Type="http://schemas.openxmlformats.org/officeDocument/2006/relationships/slideLayout" Target="/ppt/slideLayouts/slideLayout4.xml" Id="Rf185686fe3594d68" /><Relationship Type="http://schemas.openxmlformats.org/officeDocument/2006/relationships/slideLayout" Target="/ppt/slideLayouts/slideLayout5.xml" Id="R01042df5135e4ad7" /><Relationship Type="http://schemas.openxmlformats.org/officeDocument/2006/relationships/slideLayout" Target="/ppt/slideLayouts/slideLayout6.xml" Id="Rf85f0976dbf94869" /><Relationship Type="http://schemas.openxmlformats.org/officeDocument/2006/relationships/slideLayout" Target="/ppt/slideLayouts/slideLayout7.xml" Id="R4c69251019334c78" /><Relationship Type="http://schemas.openxmlformats.org/officeDocument/2006/relationships/slideLayout" Target="/ppt/slideLayouts/slideLayout8.xml" Id="Rf528b09578754fe5" /><Relationship Type="http://schemas.openxmlformats.org/officeDocument/2006/relationships/slideLayout" Target="/ppt/slideLayouts/slideLayout9.xml" Id="Rc9037a04d9724df2" /><Relationship Type="http://schemas.openxmlformats.org/officeDocument/2006/relationships/slideLayout" Target="/ppt/slideLayouts/slideLayout10.xml" Id="R400eedcea7f043f5" /><Relationship Type="http://schemas.openxmlformats.org/officeDocument/2006/relationships/slideLayout" Target="/ppt/slideLayouts/slideLayout11.xml" Id="Rb3a3cbb9aacc43c9" /><Relationship Type="http://schemas.openxmlformats.org/officeDocument/2006/relationships/slideLayout" Target="/ppt/slideLayouts/slideLayout12.xml" Id="R719d0ccf83bf4aa4" /><Relationship Type="http://schemas.openxmlformats.org/officeDocument/2006/relationships/slideLayout" Target="/ppt/slideLayouts/slideLayout13.xml" Id="R05ed5e1b29044651" /><Relationship Type="http://schemas.openxmlformats.org/officeDocument/2006/relationships/slideLayout" Target="/ppt/slideLayouts/slideLayout14.xml" Id="Rba0f99949a26439d" /><Relationship Type="http://schemas.openxmlformats.org/officeDocument/2006/relationships/slideLayout" Target="/ppt/slideLayouts/slideLayout15.xml" Id="R519d74a4be1e41a2" /><Relationship Type="http://schemas.openxmlformats.org/officeDocument/2006/relationships/slideLayout" Target="/ppt/slideLayouts/slideLayout16.xml" Id="Rf90bf412d43e4b4d" /><Relationship Type="http://schemas.openxmlformats.org/officeDocument/2006/relationships/slideLayout" Target="/ppt/slideLayouts/slideLayout17.xml" Id="R1ce0a1ed29f24ed2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4936d8d3b2461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C9A2756-D609-4DE1-B667-0EB50E51953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21971000" cy="168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0C409DE-A81B-426F-8EDF-9CB4E4775A7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219710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0F36BA-356D-4AA2-8204-9C96C14582B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3459"/>
            <a:ext cx="408941" cy="444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r" defTabSz="584200">
              <a:spcBef>
                <a:spcPts val="0"/>
              </a:spcBef>
              <a:buNone/>
              <a:defRPr sz="20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97dc80d27a4fef"/>
    <p:sldLayoutId xmlns:r="http://schemas.openxmlformats.org/officeDocument/2006/relationships" id="2147483650" r:id="R32aba665ee954693"/>
    <p:sldLayoutId xmlns:r="http://schemas.openxmlformats.org/officeDocument/2006/relationships" id="2147483651" r:id="R312cafcaa6a24810"/>
    <p:sldLayoutId xmlns:r="http://schemas.openxmlformats.org/officeDocument/2006/relationships" id="2147483652" r:id="Rf185686fe3594d68"/>
    <p:sldLayoutId xmlns:r="http://schemas.openxmlformats.org/officeDocument/2006/relationships" id="2147483653" r:id="R01042df5135e4ad7"/>
    <p:sldLayoutId xmlns:r="http://schemas.openxmlformats.org/officeDocument/2006/relationships" id="2147483654" r:id="Rf85f0976dbf94869"/>
    <p:sldLayoutId xmlns:r="http://schemas.openxmlformats.org/officeDocument/2006/relationships" id="2147483655" r:id="R4c69251019334c78"/>
    <p:sldLayoutId xmlns:r="http://schemas.openxmlformats.org/officeDocument/2006/relationships" id="2147483656" r:id="Rf528b09578754fe5"/>
    <p:sldLayoutId xmlns:r="http://schemas.openxmlformats.org/officeDocument/2006/relationships" id="2147483657" r:id="Rc9037a04d9724df2"/>
    <p:sldLayoutId xmlns:r="http://schemas.openxmlformats.org/officeDocument/2006/relationships" id="2147483658" r:id="R400eedcea7f043f5"/>
    <p:sldLayoutId xmlns:r="http://schemas.openxmlformats.org/officeDocument/2006/relationships" id="2147483659" r:id="Rb3a3cbb9aacc43c9"/>
    <p:sldLayoutId xmlns:r="http://schemas.openxmlformats.org/officeDocument/2006/relationships" id="2147483660" r:id="R719d0ccf83bf4aa4"/>
    <p:sldLayoutId xmlns:r="http://schemas.openxmlformats.org/officeDocument/2006/relationships" id="2147483661" r:id="R05ed5e1b29044651"/>
    <p:sldLayoutId xmlns:r="http://schemas.openxmlformats.org/officeDocument/2006/relationships" id="2147483662" r:id="Rba0f99949a26439d"/>
    <p:sldLayoutId xmlns:r="http://schemas.openxmlformats.org/officeDocument/2006/relationships" id="2147483663" r:id="R519d74a4be1e41a2"/>
    <p:sldLayoutId xmlns:r="http://schemas.openxmlformats.org/officeDocument/2006/relationships" id="2147483664" r:id="Rf90bf412d43e4b4d"/>
    <p:sldLayoutId xmlns:r="http://schemas.openxmlformats.org/officeDocument/2006/relationships" id="2147483665" r:id="R1ce0a1ed29f24ed2"/>
  </p:sldLayoutIdLst>
  <p:txStyles>
    <p:titleStyle>
      <a:lvl1pPr xmlns:a="http://schemas.openxmlformats.org/drawingml/2006/main" marL="0" marR="0" indent="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457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1pPr>
      <a:lvl2pPr xmlns:a="http://schemas.openxmlformats.org/drawingml/2006/main" marL="914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2pPr>
      <a:lvl3pPr xmlns:a="http://schemas.openxmlformats.org/drawingml/2006/main" marL="1371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3pPr>
      <a:lvl4pPr xmlns:a="http://schemas.openxmlformats.org/drawingml/2006/main" marL="1828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4pPr>
      <a:lvl5pPr xmlns:a="http://schemas.openxmlformats.org/drawingml/2006/main" marL="22860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5pPr>
      <a:lvl6pPr xmlns:a="http://schemas.openxmlformats.org/drawingml/2006/main" marL="2743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6pPr>
      <a:lvl7pPr xmlns:a="http://schemas.openxmlformats.org/drawingml/2006/main" marL="3200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7pPr>
      <a:lvl8pPr xmlns:a="http://schemas.openxmlformats.org/drawingml/2006/main" marL="3657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8pPr>
      <a:lvl9pPr xmlns:a="http://schemas.openxmlformats.org/drawingml/2006/main" marL="4114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9pPr>
    </p:bodyStyle>
    <p:otherStyle>
      <a:lvl1pPr xmlns:a="http://schemas.openxmlformats.org/drawingml/2006/main" marL="0" marR="0" indent="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45e432dec43e4" /><Relationship Type="http://schemas.openxmlformats.org/officeDocument/2006/relationships/notesSlide" Target="/ppt/notesSlides/notesSlide1.xml" Id="R499689293bdf4a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190880c6504889" /><Relationship Type="http://schemas.openxmlformats.org/officeDocument/2006/relationships/notesSlide" Target="/ppt/notesSlides/notesSlide2.xml" Id="R9dc6ba5e588149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b46cfd72b024c2c" /><Relationship Type="http://schemas.openxmlformats.org/officeDocument/2006/relationships/notesSlide" Target="/ppt/notesSlides/notesSlide3.xml" Id="R511c0e0dc7ac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4816b6198824d7a" /><Relationship Type="http://schemas.openxmlformats.org/officeDocument/2006/relationships/image" Target="/ppt/media/image.jpeg" Id="R5fb7d4e82f4e47a6" /><Relationship Type="http://schemas.openxmlformats.org/officeDocument/2006/relationships/notesSlide" Target="/ppt/notesSlides/notesSlide4.xml" Id="Rdd62480c4940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d775b79104852" /><Relationship Type="http://schemas.openxmlformats.org/officeDocument/2006/relationships/notesSlide" Target="/ppt/notesSlides/notesSlide5.xml" Id="R857a31aeabf045bf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>
                <a:solidFill>
                  <a:srgbClr val="000000"/>
                </a:solidFill>
              </a:rPr>
              <a:t>심연</a:t>
            </a:r>
            <a:r>
              <a:t>의 청강단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최용근이 만든 빌드 파일 발표 및 시연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147" y="2573768"/>
            <a:ext cx="9739706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LUNA : 사이버펑크 바텐더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07" y="1099690"/>
            <a:ext cx="367458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게임 개요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41" y="6234773"/>
            <a:ext cx="4975203" cy="38284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 시뮬레이션 어드벤쳐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PC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Unity 6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픽셀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Va-11 Hall-a, Coffee Talk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107" y="6234773"/>
            <a:ext cx="2544752" cy="3903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장르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플랫폼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개발 엔진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아트 풍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레퍼런스 게임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2" y="824258"/>
            <a:ext cx="590423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경험?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매장 관리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328" y="2224397"/>
            <a:ext cx="6999344" cy="1196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본 프로젝트는 플레이어가 경험했으면 하는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 바텐더의 경험을 총 3가지로 나눠서 전달한다.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손님과 소통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7d4e82f4e47a6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>
                <a:solidFill>
                  <a:srgbClr val="000000"/>
                </a:solidFill>
              </a:rPr>
              <a:t>심연</a:t>
            </a:r>
            <a:r>
              <a:t>의 청강단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최용근이 만든 빌드 파일 발표 및 시연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theme/theme1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2026-08-31T00:27:56.5230000Z</dcterms:created>
  <dcterms:modified xsi:type="dcterms:W3CDTF">2026-08-31T00:27:56.5230000Z</dcterms:modified>
</coreProperties>
</file>