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987" autoAdjust="0"/>
    <p:restoredTop sz="93364" autoAdjust="0"/>
  </p:normalViewPr>
  <p:slideViewPr>
    <p:cSldViewPr snapToGrid="0">
      <p:cViewPr>
        <p:scale>
          <a:sx n="80" d="100"/>
          <a:sy n="80" d="100"/>
        </p:scale>
        <p:origin x="2256" y="636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90DC3DCC-203D-4CEB-AD80-98294D4DD1CE}" type="datetime1">
              <a:rPr lang="ko-KR" altLang="en-US"/>
              <a:pPr lvl="0">
                <a:defRPr/>
              </a:pPr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814F032-3938-4E50-B299-1B0982A0A4AC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본 컨물을 재활용하여 옆집도 똑같은 집으로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그 사이에 분리수거장이 있게 해주세염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6814F032-3938-4E50-B299-1B0982A0A4AC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18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286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08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67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14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24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25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0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12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6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92350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E1003-32D8-4E38-9F75-794709974FE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8433D-4107-4274-AAF0-28DF7DB69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4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Relationship Id="rId7" Type="http://schemas.openxmlformats.org/officeDocument/2006/relationships/image" Target="../media/image7.png"  /><Relationship Id="rId8" Type="http://schemas.openxmlformats.org/officeDocument/2006/relationships/image" Target="../media/image8.png"  /><Relationship Id="rId9" Type="http://schemas.openxmlformats.org/officeDocument/2006/relationships/image" Target="../media/image9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jpeg"  /><Relationship Id="rId3" Type="http://schemas.openxmlformats.org/officeDocument/2006/relationships/image" Target="../media/image11.png"  /><Relationship Id="rId4" Type="http://schemas.openxmlformats.org/officeDocument/2006/relationships/image" Target="../media/image2.png"  /><Relationship Id="rId5" Type="http://schemas.openxmlformats.org/officeDocument/2006/relationships/image" Target="../media/image12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4.png"  /><Relationship Id="rId4" Type="http://schemas.openxmlformats.org/officeDocument/2006/relationships/image" Target="../media/image14.png"  /><Relationship Id="rId5" Type="http://schemas.openxmlformats.org/officeDocument/2006/relationships/image" Target="../media/image6.png"  /><Relationship Id="rId6" Type="http://schemas.openxmlformats.org/officeDocument/2006/relationships/image" Target="../media/image15.jpeg"  /><Relationship Id="rId7" Type="http://schemas.openxmlformats.org/officeDocument/2006/relationships/image" Target="../media/image16.png"  /><Relationship Id="rId8" Type="http://schemas.openxmlformats.org/officeDocument/2006/relationships/image" Target="../media/image16.png"  /><Relationship Id="rId9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20.png"  /><Relationship Id="rId11" Type="http://schemas.openxmlformats.org/officeDocument/2006/relationships/image" Target="../media/image9.png"  /><Relationship Id="rId2" Type="http://schemas.openxmlformats.org/officeDocument/2006/relationships/image" Target="../media/image13.png"  /><Relationship Id="rId3" Type="http://schemas.openxmlformats.org/officeDocument/2006/relationships/image" Target="../media/image4.png"  /><Relationship Id="rId4" Type="http://schemas.openxmlformats.org/officeDocument/2006/relationships/image" Target="../media/image14.png"  /><Relationship Id="rId5" Type="http://schemas.openxmlformats.org/officeDocument/2006/relationships/image" Target="../media/image6.png"  /><Relationship Id="rId6" Type="http://schemas.openxmlformats.org/officeDocument/2006/relationships/image" Target="../media/image7.png"  /><Relationship Id="rId7" Type="http://schemas.openxmlformats.org/officeDocument/2006/relationships/image" Target="../media/image17.jpeg"  /><Relationship Id="rId8" Type="http://schemas.openxmlformats.org/officeDocument/2006/relationships/image" Target="../media/image18.jpeg"  /><Relationship Id="rId9" Type="http://schemas.openxmlformats.org/officeDocument/2006/relationships/image" Target="../media/image19.jpe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png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4.png"  /><Relationship Id="rId6" Type="http://schemas.openxmlformats.org/officeDocument/2006/relationships/image" Target="../media/image10.jpeg"  /><Relationship Id="rId7" Type="http://schemas.openxmlformats.org/officeDocument/2006/relationships/image" Target="../media/image25.png"  /><Relationship Id="rId8" Type="http://schemas.openxmlformats.org/officeDocument/2006/relationships/image" Target="../media/image26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A </a:t>
            </a:r>
            <a:r>
              <a:rPr lang="ko-KR" altLang="en-US" dirty="0" smtClean="0"/>
              <a:t>구역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146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61494" y="998564"/>
            <a:ext cx="8166886" cy="333374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61494" y="423510"/>
            <a:ext cx="6136006" cy="367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벌집처럼 다닥다닥 붙어있고 환공포증 생길 것 같은 디자인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913221" y="3100742"/>
            <a:ext cx="2617284" cy="3333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494" y="4950734"/>
            <a:ext cx="6482551" cy="36623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ko-KR" altLang="en-US"/>
              <a:t>주거용 아파트가 많고 </a:t>
            </a:r>
            <a:r>
              <a:rPr lang="en-US" altLang="ko-KR"/>
              <a:t>b</a:t>
            </a:r>
            <a:r>
              <a:rPr lang="ko-KR" altLang="en-US"/>
              <a:t>구역보다 치안 상태 양호한 편</a:t>
            </a:r>
          </a:p>
        </p:txBody>
      </p:sp>
    </p:spTree>
    <p:extLst>
      <p:ext uri="{BB962C8B-B14F-4D97-AF65-F5344CB8AC3E}">
        <p14:creationId xmlns:p14="http://schemas.microsoft.com/office/powerpoint/2010/main" val="373194214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7247997" y="3305986"/>
          <a:ext cx="1794210" cy="1538148"/>
        </p:xfrm>
        <a:graphic>
          <a:graphicData uri="http://schemas.openxmlformats.org/drawingml/2006/table">
            <a:tbl>
              <a:tblPr firstRow="1" bandRow="1"/>
              <a:tblGrid>
                <a:gridCol w="358842"/>
                <a:gridCol w="358842"/>
                <a:gridCol w="358842"/>
                <a:gridCol w="358842"/>
                <a:gridCol w="358842"/>
              </a:tblGrid>
              <a:tr h="384537"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84537"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84537"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84537"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1649267" y="2514599"/>
          <a:ext cx="1678004" cy="735330"/>
        </p:xfrm>
        <a:graphic>
          <a:graphicData uri="http://schemas.openxmlformats.org/drawingml/2006/table">
            <a:tbl>
              <a:tblPr firstRow="1" bandRow="1"/>
              <a:tblGrid>
                <a:gridCol w="419501"/>
                <a:gridCol w="419501"/>
                <a:gridCol w="419501"/>
                <a:gridCol w="419501"/>
              </a:tblGrid>
              <a:tr h="163575"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63575"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6114" y="137514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화면 전체적인 분위기</a:t>
            </a:r>
            <a:r>
              <a:rPr lang="en-US" altLang="ko-KR"/>
              <a:t>?</a:t>
            </a:r>
            <a:endParaRPr lang="ko-KR" altLang="en-US"/>
          </a:p>
        </p:txBody>
      </p:sp>
      <p:grpSp>
        <p:nvGrpSpPr>
          <p:cNvPr id="80" name="그룹 79"/>
          <p:cNvGrpSpPr/>
          <p:nvPr/>
        </p:nvGrpSpPr>
        <p:grpSpPr>
          <a:xfrm rot="0">
            <a:off x="-94136" y="-109881"/>
            <a:ext cx="12286136" cy="6998216"/>
            <a:chOff x="-94136" y="-109881"/>
            <a:chExt cx="12286136" cy="6998216"/>
          </a:xfrm>
        </p:grpSpPr>
        <p:sp>
          <p:nvSpPr>
            <p:cNvPr id="77" name="직사각형 76"/>
            <p:cNvSpPr/>
            <p:nvPr/>
          </p:nvSpPr>
          <p:spPr>
            <a:xfrm>
              <a:off x="0" y="6195423"/>
              <a:ext cx="12192000" cy="6394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grpSp>
          <p:nvGrpSpPr>
            <p:cNvPr id="28" name="그룹 27"/>
            <p:cNvGrpSpPr/>
            <p:nvPr/>
          </p:nvGrpSpPr>
          <p:grpSpPr>
            <a:xfrm rot="0">
              <a:off x="1217351" y="-109881"/>
              <a:ext cx="9945949" cy="6637682"/>
              <a:chOff x="417251" y="-554382"/>
              <a:chExt cx="11357498" cy="7966763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653794" y="1343369"/>
                <a:ext cx="10918659" cy="5698229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5" name="모서리가 둥근 직사각형 4"/>
              <p:cNvSpPr/>
              <p:nvPr/>
            </p:nvSpPr>
            <p:spPr>
              <a:xfrm>
                <a:off x="5019252" y="1178369"/>
                <a:ext cx="2235869" cy="605373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6" name="모서리가 둥근 직사각형 5"/>
              <p:cNvSpPr/>
              <p:nvPr/>
            </p:nvSpPr>
            <p:spPr>
              <a:xfrm>
                <a:off x="891919" y="1606140"/>
                <a:ext cx="1945105" cy="179471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7" name="모서리가 둥근 직사각형 6"/>
              <p:cNvSpPr/>
              <p:nvPr/>
            </p:nvSpPr>
            <p:spPr>
              <a:xfrm>
                <a:off x="2903700" y="1606140"/>
                <a:ext cx="1945105" cy="179471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8" name="모서리가 둥근 직사각형 7"/>
              <p:cNvSpPr/>
              <p:nvPr/>
            </p:nvSpPr>
            <p:spPr>
              <a:xfrm>
                <a:off x="891919" y="3596880"/>
                <a:ext cx="1945105" cy="179471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9" name="모서리가 둥근 직사각형 8"/>
              <p:cNvSpPr/>
              <p:nvPr/>
            </p:nvSpPr>
            <p:spPr>
              <a:xfrm>
                <a:off x="2903700" y="3596880"/>
                <a:ext cx="1945105" cy="179471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0" name="모서리가 둥근 직사각형 9"/>
              <p:cNvSpPr/>
              <p:nvPr/>
            </p:nvSpPr>
            <p:spPr>
              <a:xfrm>
                <a:off x="7340846" y="3596880"/>
                <a:ext cx="1945105" cy="179471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1" name="모서리가 둥근 직사각형 10"/>
              <p:cNvSpPr/>
              <p:nvPr/>
            </p:nvSpPr>
            <p:spPr>
              <a:xfrm>
                <a:off x="9352627" y="3596880"/>
                <a:ext cx="1945105" cy="179471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2" name="모서리가 둥근 직사각형 11"/>
              <p:cNvSpPr/>
              <p:nvPr/>
            </p:nvSpPr>
            <p:spPr>
              <a:xfrm>
                <a:off x="7407521" y="1606140"/>
                <a:ext cx="1945105" cy="179471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3" name="모서리가 둥근 직사각형 12"/>
              <p:cNvSpPr/>
              <p:nvPr/>
            </p:nvSpPr>
            <p:spPr>
              <a:xfrm>
                <a:off x="9419302" y="1606140"/>
                <a:ext cx="1945105" cy="1794710"/>
              </a:xfrm>
              <a:prstGeom prst="roundRect">
                <a:avLst>
                  <a:gd name="adj" fmla="val 16667"/>
                </a:avLst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 rot="0">
                <a:off x="4965572" y="5413197"/>
                <a:ext cx="2284527" cy="1999184"/>
                <a:chOff x="5109144" y="4205642"/>
                <a:chExt cx="2284527" cy="199918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5383563" y="5558025"/>
                  <a:ext cx="1774303" cy="3029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5240930" y="5744444"/>
                  <a:ext cx="2037875" cy="3029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5109144" y="5901894"/>
                  <a:ext cx="2284527" cy="30293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5501905" y="4205642"/>
                  <a:ext cx="749503" cy="135238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6251408" y="4205642"/>
                  <a:ext cx="749503" cy="135238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7" name="직사각형 16"/>
              <p:cNvSpPr/>
              <p:nvPr/>
            </p:nvSpPr>
            <p:spPr>
              <a:xfrm>
                <a:off x="5019252" y="2828376"/>
                <a:ext cx="2235870" cy="768504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5014229" y="4516043"/>
                <a:ext cx="2235870" cy="768504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5072931" y="-554382"/>
                <a:ext cx="2235870" cy="1897751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417251" y="554381"/>
                <a:ext cx="4655679" cy="762074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7308800" y="592711"/>
                <a:ext cx="4465949" cy="762074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499624" y="1127332"/>
                <a:ext cx="11179658" cy="375542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marL="0" indent="0" algn="l" defTabSz="232257" rtl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defRPr kumimoji="0" sz="1800" b="0" i="0" u="none" strike="noStrike" kern="1200" cap="none" spc="0" normalizeH="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54" name="직사각형 53"/>
            <p:cNvSpPr/>
            <p:nvPr/>
          </p:nvSpPr>
          <p:spPr>
            <a:xfrm>
              <a:off x="-1" y="1447819"/>
              <a:ext cx="978525" cy="4747604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0" y="3325380"/>
              <a:ext cx="737948" cy="1495302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3" name="모서리가 둥근 직사각형 62"/>
            <p:cNvSpPr/>
            <p:nvPr/>
          </p:nvSpPr>
          <p:spPr>
            <a:xfrm>
              <a:off x="0" y="1666752"/>
              <a:ext cx="796336" cy="1495302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0" y="822392"/>
              <a:ext cx="1155679" cy="634939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-2" y="1267823"/>
              <a:ext cx="1072077" cy="352834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/>
            </a:p>
          </p:txBody>
        </p:sp>
        <p:pic>
          <p:nvPicPr>
            <p:cNvPr id="1026" name="Picture 2" descr="https://i.pinimg.com/736x/ee/b6/f9/eeb6f975016a9b860d0822d07a37970b.jpg"/>
            <p:cNvPicPr>
              <a:picLocks noChangeAspect="1" noChangeArrowheads="1"/>
            </p:cNvPicPr>
            <p:nvPr/>
          </p:nvPicPr>
          <p:blipFill rotWithShape="1">
            <a:blip r:embed="rId3"/>
            <a:srcRect t="20300" b="20300"/>
            <a:stretch>
              <a:fillRect/>
            </a:stretch>
          </p:blipFill>
          <p:spPr>
            <a:xfrm>
              <a:off x="193062" y="4862137"/>
              <a:ext cx="2106483" cy="1591175"/>
            </a:xfrm>
            <a:prstGeom prst="rect">
              <a:avLst/>
            </a:prstGeom>
            <a:noFill/>
          </p:spPr>
        </p:pic>
        <p:pic>
          <p:nvPicPr>
            <p:cNvPr id="1028" name="Picture 4" descr="https://i.pinimg.com/736x/4b/a8/21/4ba821c8a490af2740d51a7902de7949.jpg"/>
            <p:cNvPicPr>
              <a:picLocks noChangeAspect="1" noChangeArrowheads="1"/>
            </p:cNvPicPr>
            <p:nvPr/>
          </p:nvPicPr>
          <p:blipFill rotWithShape="1">
            <a:blip r:embed="rId4"/>
            <a:srcRect l="11120" t="10000" r="11120" b="10000"/>
            <a:stretch>
              <a:fillRect/>
            </a:stretch>
          </p:blipFill>
          <p:spPr>
            <a:xfrm>
              <a:off x="-94136" y="5708136"/>
              <a:ext cx="2039050" cy="1180199"/>
            </a:xfrm>
            <a:prstGeom prst="rect">
              <a:avLst/>
            </a:prstGeom>
            <a:noFill/>
          </p:spPr>
        </p:pic>
        <p:pic>
          <p:nvPicPr>
            <p:cNvPr id="1030" name="Picture 6" descr="https://i.pinimg.com/736x/4c/01/0f/4c010f377ebc037c624517cbe04cb247.jpg"/>
            <p:cNvPicPr>
              <a:picLocks noChangeAspect="1" noChangeArrowheads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419631" y="5354429"/>
              <a:ext cx="1393849" cy="1393849"/>
            </a:xfrm>
            <a:prstGeom prst="rect">
              <a:avLst/>
            </a:prstGeom>
            <a:noFill/>
          </p:spPr>
        </p:pic>
        <p:pic>
          <p:nvPicPr>
            <p:cNvPr id="1032" name="Picture 8" descr="https://i.pinimg.com/736x/87/b3/dc/87b3dc4d54bf4a8281c6f5af5f523fe6.jpg"/>
            <p:cNvPicPr>
              <a:picLocks noChangeAspect="1" noChangeArrowheads="1"/>
            </p:cNvPicPr>
            <p:nvPr/>
          </p:nvPicPr>
          <p:blipFill rotWithShape="1">
            <a:blip r:embed="rId6"/>
            <a:srcRect l="7320" t="29390" r="6340" b="21510"/>
            <a:stretch>
              <a:fillRect/>
            </a:stretch>
          </p:blipFill>
          <p:spPr>
            <a:xfrm>
              <a:off x="592421" y="5898837"/>
              <a:ext cx="1740151" cy="989498"/>
            </a:xfrm>
            <a:prstGeom prst="rect">
              <a:avLst/>
            </a:prstGeom>
            <a:noFill/>
          </p:spPr>
        </p:pic>
        <p:sp>
          <p:nvSpPr>
            <p:cNvPr id="78" name="TextBox 77"/>
            <p:cNvSpPr txBox="1"/>
            <p:nvPr/>
          </p:nvSpPr>
          <p:spPr>
            <a:xfrm>
              <a:off x="2367417" y="5260026"/>
              <a:ext cx="248707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2800" b="1"/>
                <a:t>LED </a:t>
              </a:r>
              <a:r>
                <a:rPr lang="ko-KR" altLang="en-US" sz="2800" b="1"/>
                <a:t>간판</a:t>
              </a:r>
              <a:endParaRPr lang="ko-KR" altLang="en-US" sz="2800" b="1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881975" y="5213739"/>
              <a:ext cx="2487078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2800" b="1"/>
                <a:t>LED </a:t>
              </a:r>
              <a:r>
                <a:rPr lang="ko-KR" altLang="en-US" sz="2800" b="1"/>
                <a:t>간판</a:t>
              </a:r>
              <a:endParaRPr lang="ko-KR" altLang="en-US" sz="2800" b="1"/>
            </a:p>
          </p:txBody>
        </p:sp>
      </p:grpSp>
      <p:graphicFrame>
        <p:nvGraphicFramePr>
          <p:cNvPr id="88" name="표 87"/>
          <p:cNvGraphicFramePr>
            <a:graphicFrameLocks noGrp="1"/>
          </p:cNvGraphicFramePr>
          <p:nvPr/>
        </p:nvGraphicFramePr>
        <p:xfrm>
          <a:off x="3402973" y="2414403"/>
          <a:ext cx="1743804" cy="736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268"/>
                <a:gridCol w="581268"/>
                <a:gridCol w="581268"/>
              </a:tblGrid>
              <a:tr h="368388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68388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7287031" y="3339423"/>
          <a:ext cx="1696788" cy="1522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596"/>
                <a:gridCol w="565596"/>
                <a:gridCol w="565596"/>
              </a:tblGrid>
              <a:tr h="380679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80679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80679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80679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5" name="그림 8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26352" y="4164819"/>
            <a:ext cx="1434138" cy="1547438"/>
          </a:xfrm>
          <a:prstGeom prst="rect">
            <a:avLst/>
          </a:prstGeom>
        </p:spPr>
      </p:pic>
      <p:pic>
        <p:nvPicPr>
          <p:cNvPr id="1034" name=""/>
          <p:cNvPicPr>
            <a:picLocks noChangeAspect="1"/>
          </p:cNvPicPr>
          <p:nvPr/>
        </p:nvPicPr>
        <p:blipFill rotWithShape="1">
          <a:blip r:embed="rId8"/>
          <a:srcRect l="24630" t="8730" r="17270" b="13560"/>
          <a:stretch>
            <a:fillRect/>
          </a:stretch>
        </p:blipFill>
        <p:spPr>
          <a:xfrm flipH="1">
            <a:off x="4311422" y="5351914"/>
            <a:ext cx="1111747" cy="1249613"/>
          </a:xfrm>
          <a:prstGeom prst="rect">
            <a:avLst/>
          </a:prstGeom>
        </p:spPr>
      </p:pic>
      <p:pic>
        <p:nvPicPr>
          <p:cNvPr id="1035" name=""/>
          <p:cNvPicPr>
            <a:picLocks noChangeAspect="1"/>
          </p:cNvPicPr>
          <p:nvPr/>
        </p:nvPicPr>
        <p:blipFill rotWithShape="1">
          <a:blip r:embed="rId9"/>
          <a:srcRect t="8040" r="28820"/>
          <a:stretch>
            <a:fillRect/>
          </a:stretch>
        </p:blipFill>
        <p:spPr>
          <a:xfrm>
            <a:off x="10270783" y="3970963"/>
            <a:ext cx="970016" cy="2225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44"/>
          <p:cNvGrpSpPr/>
          <p:nvPr/>
        </p:nvGrpSpPr>
        <p:grpSpPr>
          <a:xfrm>
            <a:off x="677664" y="1556007"/>
            <a:ext cx="2617985" cy="2281966"/>
            <a:chOff x="677665" y="882774"/>
            <a:chExt cx="3346675" cy="4456170"/>
          </a:xfrm>
        </p:grpSpPr>
        <p:pic>
          <p:nvPicPr>
            <p:cNvPr id="27" name="그림 26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677665" y="882774"/>
              <a:ext cx="3346675" cy="4456170"/>
            </a:xfrm>
            <a:prstGeom prst="rect">
              <a:avLst/>
            </a:prstGeom>
          </p:spPr>
        </p:pic>
        <p:sp>
          <p:nvSpPr>
            <p:cNvPr id="28" name="액자 27"/>
            <p:cNvSpPr/>
            <p:nvPr/>
          </p:nvSpPr>
          <p:spPr>
            <a:xfrm>
              <a:off x="1679420" y="1166592"/>
              <a:ext cx="1183056" cy="3882978"/>
            </a:xfrm>
            <a:prstGeom prst="frame">
              <a:avLst>
                <a:gd name="adj1" fmla="val 937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4300809" y="1428132"/>
            <a:ext cx="2861990" cy="2366357"/>
            <a:chOff x="4300810" y="754899"/>
            <a:chExt cx="4653080" cy="4539251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300810" y="837979"/>
              <a:ext cx="4653080" cy="4456171"/>
            </a:xfrm>
            <a:prstGeom prst="rect">
              <a:avLst/>
            </a:prstGeom>
          </p:spPr>
        </p:pic>
        <p:sp>
          <p:nvSpPr>
            <p:cNvPr id="29" name="액자 28"/>
            <p:cNvSpPr/>
            <p:nvPr/>
          </p:nvSpPr>
          <p:spPr>
            <a:xfrm>
              <a:off x="4661357" y="1124575"/>
              <a:ext cx="2279465" cy="3882978"/>
            </a:xfrm>
            <a:prstGeom prst="frame">
              <a:avLst>
                <a:gd name="adj1" fmla="val 263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pic>
          <p:nvPicPr>
            <p:cNvPr id="24" name="그림 2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492074" y="754899"/>
              <a:ext cx="1730908" cy="2204732"/>
            </a:xfrm>
            <a:prstGeom prst="rect">
              <a:avLst/>
            </a:prstGeom>
          </p:spPr>
        </p:pic>
      </p:grpSp>
      <p:grpSp>
        <p:nvGrpSpPr>
          <p:cNvPr id="47" name="그룹 46"/>
          <p:cNvGrpSpPr/>
          <p:nvPr/>
        </p:nvGrpSpPr>
        <p:grpSpPr>
          <a:xfrm>
            <a:off x="728556" y="4743584"/>
            <a:ext cx="2620819" cy="1957464"/>
            <a:chOff x="9145154" y="1466916"/>
            <a:chExt cx="4027636" cy="3146424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9145154" y="1466916"/>
              <a:ext cx="4027635" cy="3146424"/>
            </a:xfrm>
            <a:prstGeom prst="rect">
              <a:avLst/>
            </a:prstGeom>
          </p:spPr>
        </p:pic>
        <p:sp>
          <p:nvSpPr>
            <p:cNvPr id="15" name="액자 14"/>
            <p:cNvSpPr/>
            <p:nvPr/>
          </p:nvSpPr>
          <p:spPr>
            <a:xfrm>
              <a:off x="10343922" y="3164740"/>
              <a:ext cx="2828868" cy="1448600"/>
            </a:xfrm>
            <a:prstGeom prst="frame">
              <a:avLst>
                <a:gd name="adj1" fmla="val 14477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r>
                <a:rPr lang="ko-KR" altLang="en-US" dirty="0" err="1" smtClean="0">
                  <a:solidFill>
                    <a:schemeClr val="tx1"/>
                  </a:solidFill>
                </a:rPr>
                <a:t>ㅎ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05190" y="223801"/>
            <a:ext cx="241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건물 참고</a:t>
            </a:r>
            <a:endParaRPr lang="ko-KR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30407" y="601652"/>
            <a:ext cx="821690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층 수 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층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건축 특징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벌집 모양의 형태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74831" y="4060740"/>
            <a:ext cx="821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입구는 중앙에 배치</a:t>
            </a:r>
            <a:r>
              <a:rPr lang="en-US" altLang="ko-KR" dirty="0" smtClean="0"/>
              <a:t>. </a:t>
            </a:r>
            <a:r>
              <a:rPr lang="ko-KR" altLang="en-US" dirty="0" smtClean="0"/>
              <a:t>계단을 올라가야되는 구조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33950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638606" y="235436"/>
            <a:ext cx="241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외벽 디테일 설명</a:t>
            </a:r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889238" y="478155"/>
            <a:ext cx="7979162" cy="2558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/>
              <a:t>1</a:t>
            </a:r>
            <a:r>
              <a:rPr lang="ko-KR" altLang="en-US"/>
              <a:t>층 벽면과 옥상에 간판 설치</a:t>
            </a:r>
            <a:endParaRPr lang="ko-KR" altLang="en-US"/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/>
              <a:t>광고 및 빌라 이름 각인</a:t>
            </a:r>
            <a:endParaRPr lang="ko-KR" altLang="en-US"/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/>
              <a:t>1</a:t>
            </a:r>
            <a:r>
              <a:rPr lang="ko-KR" altLang="en-US"/>
              <a:t>층 간판 </a:t>
            </a:r>
            <a:r>
              <a:rPr lang="en-US" altLang="ko-KR"/>
              <a:t>: </a:t>
            </a:r>
            <a:r>
              <a:rPr lang="ko-KR" altLang="en-US"/>
              <a:t>싼 보험</a:t>
            </a:r>
            <a:r>
              <a:rPr lang="en-US" altLang="ko-KR"/>
              <a:t>, </a:t>
            </a:r>
            <a:r>
              <a:rPr lang="ko-KR" altLang="en-US"/>
              <a:t>마트 식재료 할인 등등 광고</a:t>
            </a:r>
            <a:endParaRPr lang="ko-KR" altLang="en-US"/>
          </a:p>
          <a:p>
            <a:pPr marL="742950" lvl="1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/>
              <a:t> 옥상 </a:t>
            </a:r>
            <a:r>
              <a:rPr lang="en-US" altLang="ko-KR"/>
              <a:t>: </a:t>
            </a:r>
            <a:r>
              <a:rPr lang="ko-KR" altLang="en-US"/>
              <a:t>빌라 이름 </a:t>
            </a:r>
            <a:endParaRPr lang="ko-KR" altLang="en-US"/>
          </a:p>
          <a:p>
            <a:pPr marL="285750" lvl="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/>
              <a:t>우편함</a:t>
            </a:r>
            <a:endParaRPr lang="ko-KR" altLang="en-US"/>
          </a:p>
          <a:p>
            <a:pPr marL="285750" lvl="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/>
              <a:t>쓰레기장</a:t>
            </a:r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 rot="0">
            <a:off x="638606" y="660478"/>
            <a:ext cx="5021944" cy="3589513"/>
            <a:chOff x="-8650514" y="2738716"/>
            <a:chExt cx="5021944" cy="3589513"/>
          </a:xfrm>
        </p:grpSpPr>
        <p:grpSp>
          <p:nvGrpSpPr>
            <p:cNvPr id="2" name="그룹 1"/>
            <p:cNvGrpSpPr/>
            <p:nvPr/>
          </p:nvGrpSpPr>
          <p:grpSpPr>
            <a:xfrm rot="0">
              <a:off x="-8650514" y="2738716"/>
              <a:ext cx="5021944" cy="3589513"/>
              <a:chOff x="-8650515" y="2738716"/>
              <a:chExt cx="5617029" cy="4402313"/>
            </a:xfrm>
          </p:grpSpPr>
          <p:sp>
            <p:nvSpPr>
              <p:cNvPr id="21" name="직사각형 20"/>
              <p:cNvSpPr/>
              <p:nvPr/>
            </p:nvSpPr>
            <p:spPr>
              <a:xfrm>
                <a:off x="-8650515" y="2738716"/>
                <a:ext cx="5617029" cy="4402313"/>
              </a:xfrm>
              <a:prstGeom prst="rect">
                <a:avLst/>
              </a:prstGeom>
              <a:solidFill>
                <a:schemeClr val="lt1"/>
              </a:solidFill>
              <a:ln>
                <a:solidFill>
                  <a:schemeClr val="dk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grpSp>
            <p:nvGrpSpPr>
              <p:cNvPr id="40" name="그룹 39"/>
              <p:cNvGrpSpPr/>
              <p:nvPr/>
            </p:nvGrpSpPr>
            <p:grpSpPr>
              <a:xfrm rot="0">
                <a:off x="-8473561" y="3121256"/>
                <a:ext cx="5224234" cy="3848795"/>
                <a:chOff x="-94136" y="-109881"/>
                <a:chExt cx="12286136" cy="6998216"/>
              </a:xfrm>
            </p:grpSpPr>
            <p:sp>
              <p:nvSpPr>
                <p:cNvPr id="41" name="직사각형 40"/>
                <p:cNvSpPr/>
                <p:nvPr/>
              </p:nvSpPr>
              <p:spPr>
                <a:xfrm>
                  <a:off x="0" y="6195423"/>
                  <a:ext cx="12192000" cy="63948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  <p:grpSp>
              <p:nvGrpSpPr>
                <p:cNvPr id="42" name="그룹 41"/>
                <p:cNvGrpSpPr/>
                <p:nvPr/>
              </p:nvGrpSpPr>
              <p:grpSpPr>
                <a:xfrm rot="0">
                  <a:off x="1217351" y="-109881"/>
                  <a:ext cx="9945949" cy="6637682"/>
                  <a:chOff x="417251" y="-554382"/>
                  <a:chExt cx="11357498" cy="7966763"/>
                </a:xfrm>
              </p:grpSpPr>
              <p:sp>
                <p:nvSpPr>
                  <p:cNvPr id="59" name="직사각형 58"/>
                  <p:cNvSpPr/>
                  <p:nvPr/>
                </p:nvSpPr>
                <p:spPr>
                  <a:xfrm>
                    <a:off x="653794" y="1343369"/>
                    <a:ext cx="10918659" cy="569822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0" name="모서리가 둥근 직사각형 59"/>
                  <p:cNvSpPr/>
                  <p:nvPr/>
                </p:nvSpPr>
                <p:spPr>
                  <a:xfrm>
                    <a:off x="5019252" y="1178369"/>
                    <a:ext cx="2235869" cy="605373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1" name="모서리가 둥근 직사각형 60"/>
                  <p:cNvSpPr/>
                  <p:nvPr/>
                </p:nvSpPr>
                <p:spPr>
                  <a:xfrm>
                    <a:off x="891919" y="160614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2" name="모서리가 둥근 직사각형 61"/>
                  <p:cNvSpPr/>
                  <p:nvPr/>
                </p:nvSpPr>
                <p:spPr>
                  <a:xfrm>
                    <a:off x="2903700" y="160614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3" name="모서리가 둥근 직사각형 62"/>
                  <p:cNvSpPr/>
                  <p:nvPr/>
                </p:nvSpPr>
                <p:spPr>
                  <a:xfrm>
                    <a:off x="891919" y="359688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4" name="모서리가 둥근 직사각형 63"/>
                  <p:cNvSpPr/>
                  <p:nvPr/>
                </p:nvSpPr>
                <p:spPr>
                  <a:xfrm>
                    <a:off x="2903700" y="359688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5" name="모서리가 둥근 직사각형 64"/>
                  <p:cNvSpPr/>
                  <p:nvPr/>
                </p:nvSpPr>
                <p:spPr>
                  <a:xfrm>
                    <a:off x="7340846" y="359688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6" name="모서리가 둥근 직사각형 65"/>
                  <p:cNvSpPr/>
                  <p:nvPr/>
                </p:nvSpPr>
                <p:spPr>
                  <a:xfrm>
                    <a:off x="9352627" y="359688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7" name="모서리가 둥근 직사각형 66"/>
                  <p:cNvSpPr/>
                  <p:nvPr/>
                </p:nvSpPr>
                <p:spPr>
                  <a:xfrm>
                    <a:off x="7407521" y="160614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68" name="모서리가 둥근 직사각형 67"/>
                  <p:cNvSpPr/>
                  <p:nvPr/>
                </p:nvSpPr>
                <p:spPr>
                  <a:xfrm>
                    <a:off x="9419302" y="160614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grpSp>
                <p:nvGrpSpPr>
                  <p:cNvPr id="69" name="그룹 68"/>
                  <p:cNvGrpSpPr/>
                  <p:nvPr/>
                </p:nvGrpSpPr>
                <p:grpSpPr>
                  <a:xfrm rot="0">
                    <a:off x="4965572" y="5413197"/>
                    <a:ext cx="2284527" cy="1999184"/>
                    <a:chOff x="5109144" y="4205642"/>
                    <a:chExt cx="2284527" cy="1999184"/>
                  </a:xfrm>
                </p:grpSpPr>
                <p:sp>
                  <p:nvSpPr>
                    <p:cNvPr id="76" name="직사각형 75"/>
                    <p:cNvSpPr/>
                    <p:nvPr/>
                  </p:nvSpPr>
                  <p:spPr>
                    <a:xfrm>
                      <a:off x="5383563" y="5558025"/>
                      <a:ext cx="1774303" cy="30293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  <p:sp>
                  <p:nvSpPr>
                    <p:cNvPr id="77" name="직사각형 76"/>
                    <p:cNvSpPr/>
                    <p:nvPr/>
                  </p:nvSpPr>
                  <p:spPr>
                    <a:xfrm>
                      <a:off x="5240930" y="5744444"/>
                      <a:ext cx="2037875" cy="30293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  <p:sp>
                  <p:nvSpPr>
                    <p:cNvPr id="78" name="직사각형 77"/>
                    <p:cNvSpPr/>
                    <p:nvPr/>
                  </p:nvSpPr>
                  <p:spPr>
                    <a:xfrm>
                      <a:off x="5109144" y="5901894"/>
                      <a:ext cx="2284527" cy="30293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  <p:sp>
                  <p:nvSpPr>
                    <p:cNvPr id="79" name="직사각형 78"/>
                    <p:cNvSpPr/>
                    <p:nvPr/>
                  </p:nvSpPr>
                  <p:spPr>
                    <a:xfrm>
                      <a:off x="5501905" y="4205642"/>
                      <a:ext cx="749503" cy="135238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  <p:sp>
                  <p:nvSpPr>
                    <p:cNvPr id="80" name="직사각형 79"/>
                    <p:cNvSpPr/>
                    <p:nvPr/>
                  </p:nvSpPr>
                  <p:spPr>
                    <a:xfrm>
                      <a:off x="6251408" y="4205642"/>
                      <a:ext cx="749503" cy="135238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</p:grpSp>
              <p:sp>
                <p:nvSpPr>
                  <p:cNvPr id="70" name="직사각형 69"/>
                  <p:cNvSpPr/>
                  <p:nvPr/>
                </p:nvSpPr>
                <p:spPr>
                  <a:xfrm>
                    <a:off x="5019252" y="2828376"/>
                    <a:ext cx="2235870" cy="76850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71" name="직사각형 70"/>
                  <p:cNvSpPr/>
                  <p:nvPr/>
                </p:nvSpPr>
                <p:spPr>
                  <a:xfrm>
                    <a:off x="5014229" y="4516043"/>
                    <a:ext cx="2235870" cy="76850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72" name="직사각형 71"/>
                  <p:cNvSpPr/>
                  <p:nvPr/>
                </p:nvSpPr>
                <p:spPr>
                  <a:xfrm>
                    <a:off x="5072931" y="-554382"/>
                    <a:ext cx="2235870" cy="189775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73" name="직사각형 72"/>
                  <p:cNvSpPr/>
                  <p:nvPr/>
                </p:nvSpPr>
                <p:spPr>
                  <a:xfrm>
                    <a:off x="417251" y="554381"/>
                    <a:ext cx="4655679" cy="76207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74" name="직사각형 73"/>
                  <p:cNvSpPr/>
                  <p:nvPr/>
                </p:nvSpPr>
                <p:spPr>
                  <a:xfrm>
                    <a:off x="7308800" y="592711"/>
                    <a:ext cx="4465949" cy="76207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75" name="직사각형 74"/>
                  <p:cNvSpPr/>
                  <p:nvPr/>
                </p:nvSpPr>
                <p:spPr>
                  <a:xfrm>
                    <a:off x="499624" y="1127332"/>
                    <a:ext cx="11179658" cy="37554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</p:grpSp>
            <p:sp>
              <p:nvSpPr>
                <p:cNvPr id="43" name="직사각형 42"/>
                <p:cNvSpPr/>
                <p:nvPr/>
              </p:nvSpPr>
              <p:spPr>
                <a:xfrm>
                  <a:off x="-1" y="1447819"/>
                  <a:ext cx="978525" cy="474760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44" name="모서리가 둥근 직사각형 43"/>
                <p:cNvSpPr/>
                <p:nvPr/>
              </p:nvSpPr>
              <p:spPr>
                <a:xfrm>
                  <a:off x="0" y="3325380"/>
                  <a:ext cx="737948" cy="1495302"/>
                </a:xfrm>
                <a:prstGeom prst="roundRect">
                  <a:avLst>
                    <a:gd name="adj" fmla="val 16667"/>
                  </a:avLst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50" name="모서리가 둥근 직사각형 49"/>
                <p:cNvSpPr/>
                <p:nvPr/>
              </p:nvSpPr>
              <p:spPr>
                <a:xfrm>
                  <a:off x="0" y="1666752"/>
                  <a:ext cx="796336" cy="1495302"/>
                </a:xfrm>
                <a:prstGeom prst="roundRect">
                  <a:avLst>
                    <a:gd name="adj" fmla="val 16667"/>
                  </a:avLst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822392"/>
                  <a:ext cx="1155679" cy="63493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52" name="직사각형 51"/>
                <p:cNvSpPr/>
                <p:nvPr/>
              </p:nvSpPr>
              <p:spPr>
                <a:xfrm>
                  <a:off x="-2" y="1267823"/>
                  <a:ext cx="1072077" cy="35283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pic>
              <p:nvPicPr>
                <p:cNvPr id="53" name="Picture 2" descr="https://i.pinimg.com/736x/ee/b6/f9/eeb6f975016a9b860d0822d07a37970b.jpg"/>
                <p:cNvPicPr>
                  <a:picLocks noChangeAspect="1" noChangeArrowheads="1"/>
                </p:cNvPicPr>
                <p:nvPr/>
              </p:nvPicPr>
              <p:blipFill rotWithShape="1">
                <a:blip r:embed="rId2"/>
                <a:srcRect t="20300" b="20300"/>
                <a:stretch>
                  <a:fillRect/>
                </a:stretch>
              </p:blipFill>
              <p:spPr>
                <a:xfrm>
                  <a:off x="193062" y="4862137"/>
                  <a:ext cx="2106483" cy="1591175"/>
                </a:xfrm>
                <a:prstGeom prst="rect">
                  <a:avLst/>
                </a:prstGeom>
                <a:noFill/>
              </p:spPr>
            </p:pic>
            <p:pic>
              <p:nvPicPr>
                <p:cNvPr id="54" name="Picture 4" descr="https://i.pinimg.com/736x/4b/a8/21/4ba821c8a490af2740d51a7902de7949.jpg"/>
                <p:cNvPicPr>
                  <a:picLocks noChangeAspect="1" noChangeArrowheads="1"/>
                </p:cNvPicPr>
                <p:nvPr/>
              </p:nvPicPr>
              <p:blipFill rotWithShape="1">
                <a:blip r:embed="rId3"/>
                <a:srcRect l="11120" t="10000" r="11120" b="10000"/>
                <a:stretch>
                  <a:fillRect/>
                </a:stretch>
              </p:blipFill>
              <p:spPr>
                <a:xfrm>
                  <a:off x="-94136" y="5708136"/>
                  <a:ext cx="2039050" cy="1180199"/>
                </a:xfrm>
                <a:prstGeom prst="rect">
                  <a:avLst/>
                </a:prstGeom>
                <a:noFill/>
              </p:spPr>
            </p:pic>
            <p:pic>
              <p:nvPicPr>
                <p:cNvPr id="55" name="Picture 6" descr="https://i.pinimg.com/736x/4c/01/0f/4c010f377ebc037c624517cbe04cb247.jpg"/>
                <p:cNvPicPr>
                  <a:picLocks noChangeAspect="1" noChangeArrowheads="1"/>
                </p:cNvPicPr>
                <p:nvPr/>
              </p:nvPicPr>
              <p:blipFill rotWithShape="1">
                <a:blip r:embed="rId4"/>
                <a:srcRect/>
                <a:stretch>
                  <a:fillRect/>
                </a:stretch>
              </p:blipFill>
              <p:spPr>
                <a:xfrm>
                  <a:off x="1419631" y="5354429"/>
                  <a:ext cx="1393849" cy="1393849"/>
                </a:xfrm>
                <a:prstGeom prst="rect">
                  <a:avLst/>
                </a:prstGeom>
                <a:noFill/>
              </p:spPr>
            </p:pic>
            <p:pic>
              <p:nvPicPr>
                <p:cNvPr id="56" name="Picture 8" descr="https://i.pinimg.com/736x/87/b3/dc/87b3dc4d54bf4a8281c6f5af5f523fe6.jpg"/>
                <p:cNvPicPr>
                  <a:picLocks noChangeAspect="1" noChangeArrowheads="1"/>
                </p:cNvPicPr>
                <p:nvPr/>
              </p:nvPicPr>
              <p:blipFill rotWithShape="1">
                <a:blip r:embed="rId5"/>
                <a:srcRect l="7320" t="29390" r="6340" b="21510"/>
                <a:stretch>
                  <a:fillRect/>
                </a:stretch>
              </p:blipFill>
              <p:spPr>
                <a:xfrm>
                  <a:off x="592421" y="5898837"/>
                  <a:ext cx="1740151" cy="989498"/>
                </a:xfrm>
                <a:prstGeom prst="rect">
                  <a:avLst/>
                </a:prstGeom>
                <a:noFill/>
              </p:spPr>
            </p:pic>
            <p:sp>
              <p:nvSpPr>
                <p:cNvPr id="57" name="TextBox 56"/>
                <p:cNvSpPr txBox="1"/>
                <p:nvPr/>
              </p:nvSpPr>
              <p:spPr>
                <a:xfrm>
                  <a:off x="2367417" y="5260026"/>
                  <a:ext cx="2487079" cy="5036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b="1"/>
                    <a:t>LED </a:t>
                  </a:r>
                  <a:r>
                    <a:rPr lang="ko-KR" altLang="en-US" sz="1200" b="1"/>
                    <a:t>간판</a:t>
                  </a:r>
                  <a:endParaRPr lang="ko-KR" altLang="en-US" sz="1200" b="1"/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7881975" y="5213739"/>
                  <a:ext cx="2487079" cy="5036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b="1"/>
                    <a:t>LED </a:t>
                  </a:r>
                  <a:r>
                    <a:rPr lang="ko-KR" altLang="en-US" sz="1200" b="1"/>
                    <a:t>간판</a:t>
                  </a:r>
                  <a:endParaRPr lang="ko-KR" altLang="en-US" sz="1200" b="1"/>
                </a:p>
              </p:txBody>
            </p:sp>
          </p:grpSp>
        </p:grpSp>
        <p:sp>
          <p:nvSpPr>
            <p:cNvPr id="3" name="액자 2"/>
            <p:cNvSpPr/>
            <p:nvPr/>
          </p:nvSpPr>
          <p:spPr>
            <a:xfrm>
              <a:off x="-7765143" y="5326743"/>
              <a:ext cx="3420000" cy="508000"/>
            </a:xfrm>
            <a:prstGeom prst="frame">
              <a:avLst>
                <a:gd name="adj1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-6544342" y="3195728"/>
              <a:ext cx="945501" cy="2258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1200" b="1"/>
                <a:t>LED </a:t>
              </a:r>
              <a:r>
                <a:rPr lang="ko-KR" altLang="en-US" sz="1200" b="1"/>
                <a:t>간판</a:t>
              </a:r>
              <a:endParaRPr lang="ko-KR" altLang="en-US" sz="1200" b="1"/>
            </a:p>
          </p:txBody>
        </p:sp>
        <p:sp>
          <p:nvSpPr>
            <p:cNvPr id="118" name="액자 117"/>
            <p:cNvSpPr/>
            <p:nvPr/>
          </p:nvSpPr>
          <p:spPr>
            <a:xfrm>
              <a:off x="-6702702" y="3059216"/>
              <a:ext cx="1295118" cy="508000"/>
            </a:xfrm>
            <a:prstGeom prst="frame">
              <a:avLst>
                <a:gd name="adj1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 rot="0">
            <a:off x="618440" y="4927395"/>
            <a:ext cx="7552166" cy="1761033"/>
            <a:chOff x="546100" y="1697720"/>
            <a:chExt cx="9682702" cy="2030696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 rotWithShape="1">
            <a:blip r:embed="rId6"/>
            <a:srcRect l="14760" t="32160" r="51000" b="53240"/>
            <a:stretch>
              <a:fillRect/>
            </a:stretch>
          </p:blipFill>
          <p:spPr>
            <a:xfrm>
              <a:off x="546100" y="1777278"/>
              <a:ext cx="2578777" cy="1951138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7"/>
            <a:srcRect l="48010" t="5060" r="25280" b="68510"/>
            <a:stretch>
              <a:fillRect/>
            </a:stretch>
          </p:blipFill>
          <p:spPr>
            <a:xfrm rot="16200000">
              <a:off x="7651807" y="1025642"/>
              <a:ext cx="1825709" cy="3328281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8"/>
            <a:srcRect l="48250" t="26220" r="-1540" b="28230"/>
            <a:stretch>
              <a:fillRect/>
            </a:stretch>
          </p:blipFill>
          <p:spPr>
            <a:xfrm rot="16200000">
              <a:off x="4022561" y="1128565"/>
              <a:ext cx="1980276" cy="3118586"/>
            </a:xfrm>
            <a:prstGeom prst="rect">
              <a:avLst/>
            </a:prstGeom>
          </p:spPr>
        </p:pic>
      </p:grpSp>
      <p:sp>
        <p:nvSpPr>
          <p:cNvPr id="119" name="TextBox 118"/>
          <p:cNvSpPr txBox="1"/>
          <p:nvPr/>
        </p:nvSpPr>
        <p:spPr>
          <a:xfrm>
            <a:off x="639553" y="4397550"/>
            <a:ext cx="241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간판 레퍼런스</a:t>
            </a:r>
            <a:endParaRPr lang="ko-KR" altLang="en-US"/>
          </a:p>
        </p:txBody>
      </p:sp>
      <p:graphicFrame>
        <p:nvGraphicFramePr>
          <p:cNvPr id="120" name="표 119"/>
          <p:cNvGraphicFramePr>
            <a:graphicFrameLocks noGrp="1"/>
          </p:cNvGraphicFramePr>
          <p:nvPr/>
        </p:nvGraphicFramePr>
        <p:xfrm>
          <a:off x="2130261" y="2112257"/>
          <a:ext cx="648573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91"/>
                <a:gridCol w="216191"/>
                <a:gridCol w="216191"/>
              </a:tblGrid>
              <a:tr h="136096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36096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/>
        </p:nvGraphicFramePr>
        <p:xfrm>
          <a:off x="3588037" y="2498230"/>
          <a:ext cx="648573" cy="72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91"/>
                <a:gridCol w="216191"/>
                <a:gridCol w="216191"/>
              </a:tblGrid>
              <a:tr h="181231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81231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81231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81231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2" name="그림 121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91303" y="3044972"/>
            <a:ext cx="815714" cy="8801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638606" y="235436"/>
            <a:ext cx="241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외벽 디테일 설명</a:t>
            </a:r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889238" y="1116330"/>
            <a:ext cx="4145350" cy="1329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/>
              <a:t>기타 오브젝트</a:t>
            </a:r>
            <a:endParaRPr lang="ko-KR" altLang="en-US"/>
          </a:p>
          <a:p>
            <a:pPr marL="257040" indent="-25704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/>
              <a:t>오른쪽 벽면쪽 공중 전화기</a:t>
            </a:r>
            <a:endParaRPr lang="ko-KR" altLang="en-US"/>
          </a:p>
          <a:p>
            <a:pPr marL="257040" indent="-25704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/>
              <a:t>가로등</a:t>
            </a: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38606" y="660478"/>
            <a:ext cx="5021944" cy="3589513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832600" y="3799860"/>
            <a:ext cx="4837021" cy="431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00"/>
          </a:p>
        </p:txBody>
      </p:sp>
      <p:grpSp>
        <p:nvGrpSpPr>
          <p:cNvPr id="42" name="그룹 41"/>
          <p:cNvGrpSpPr/>
          <p:nvPr/>
        </p:nvGrpSpPr>
        <p:grpSpPr>
          <a:xfrm rot="0">
            <a:off x="1295395" y="972389"/>
            <a:ext cx="3781104" cy="2976517"/>
            <a:chOff x="417251" y="-554382"/>
            <a:chExt cx="11357498" cy="7966763"/>
          </a:xfrm>
        </p:grpSpPr>
        <p:sp>
          <p:nvSpPr>
            <p:cNvPr id="59" name="직사각형 58"/>
            <p:cNvSpPr/>
            <p:nvPr/>
          </p:nvSpPr>
          <p:spPr>
            <a:xfrm>
              <a:off x="653794" y="1343369"/>
              <a:ext cx="10918659" cy="5698229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5019252" y="1178369"/>
              <a:ext cx="2235869" cy="605373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891919" y="1606140"/>
              <a:ext cx="1945105" cy="179471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2903700" y="1606140"/>
              <a:ext cx="1945105" cy="179471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3" name="모서리가 둥근 직사각형 62"/>
            <p:cNvSpPr/>
            <p:nvPr/>
          </p:nvSpPr>
          <p:spPr>
            <a:xfrm>
              <a:off x="891919" y="3596880"/>
              <a:ext cx="1945105" cy="179471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2903700" y="3596880"/>
              <a:ext cx="1945105" cy="179471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5" name="모서리가 둥근 직사각형 64"/>
            <p:cNvSpPr/>
            <p:nvPr/>
          </p:nvSpPr>
          <p:spPr>
            <a:xfrm>
              <a:off x="7340846" y="3596880"/>
              <a:ext cx="1945105" cy="179471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6" name="모서리가 둥근 직사각형 65"/>
            <p:cNvSpPr/>
            <p:nvPr/>
          </p:nvSpPr>
          <p:spPr>
            <a:xfrm>
              <a:off x="9352627" y="3596880"/>
              <a:ext cx="1945105" cy="179471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407521" y="1606140"/>
              <a:ext cx="1945105" cy="179471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9419302" y="1606140"/>
              <a:ext cx="1945105" cy="1794710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grpSp>
          <p:nvGrpSpPr>
            <p:cNvPr id="69" name="그룹 68"/>
            <p:cNvGrpSpPr/>
            <p:nvPr/>
          </p:nvGrpSpPr>
          <p:grpSpPr>
            <a:xfrm rot="0">
              <a:off x="4965572" y="5413197"/>
              <a:ext cx="2284527" cy="1999184"/>
              <a:chOff x="5109144" y="4205642"/>
              <a:chExt cx="2284527" cy="1999184"/>
            </a:xfrm>
          </p:grpSpPr>
          <p:sp>
            <p:nvSpPr>
              <p:cNvPr id="76" name="직사각형 75"/>
              <p:cNvSpPr/>
              <p:nvPr/>
            </p:nvSpPr>
            <p:spPr>
              <a:xfrm>
                <a:off x="5383563" y="5558025"/>
                <a:ext cx="1774303" cy="302932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/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5240930" y="5744444"/>
                <a:ext cx="2037875" cy="302932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/>
              </a:p>
            </p:txBody>
          </p:sp>
          <p:sp>
            <p:nvSpPr>
              <p:cNvPr id="78" name="직사각형 77"/>
              <p:cNvSpPr/>
              <p:nvPr/>
            </p:nvSpPr>
            <p:spPr>
              <a:xfrm>
                <a:off x="5109144" y="5901894"/>
                <a:ext cx="2284527" cy="302932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/>
              </a:p>
            </p:txBody>
          </p:sp>
          <p:sp>
            <p:nvSpPr>
              <p:cNvPr id="79" name="직사각형 78"/>
              <p:cNvSpPr/>
              <p:nvPr/>
            </p:nvSpPr>
            <p:spPr>
              <a:xfrm>
                <a:off x="5501905" y="4205642"/>
                <a:ext cx="749503" cy="1352383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/>
              </a:p>
            </p:txBody>
          </p:sp>
          <p:sp>
            <p:nvSpPr>
              <p:cNvPr id="80" name="직사각형 79"/>
              <p:cNvSpPr/>
              <p:nvPr/>
            </p:nvSpPr>
            <p:spPr>
              <a:xfrm>
                <a:off x="6251408" y="4205642"/>
                <a:ext cx="749503" cy="1352383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/>
              </a:p>
            </p:txBody>
          </p:sp>
        </p:grpSp>
        <p:sp>
          <p:nvSpPr>
            <p:cNvPr id="70" name="직사각형 69"/>
            <p:cNvSpPr/>
            <p:nvPr/>
          </p:nvSpPr>
          <p:spPr>
            <a:xfrm>
              <a:off x="5019252" y="2828376"/>
              <a:ext cx="2235870" cy="768504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5014229" y="4516043"/>
              <a:ext cx="2235870" cy="768504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072931" y="-554382"/>
              <a:ext cx="2235870" cy="1897751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417251" y="554381"/>
              <a:ext cx="4655679" cy="762074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7308800" y="592711"/>
              <a:ext cx="4465949" cy="762074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499624" y="1127332"/>
              <a:ext cx="11179658" cy="375542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 sz="1000"/>
            </a:p>
          </p:txBody>
        </p:sp>
      </p:grpSp>
      <p:sp>
        <p:nvSpPr>
          <p:cNvPr id="43" name="직사각형 42"/>
          <p:cNvSpPr/>
          <p:nvPr/>
        </p:nvSpPr>
        <p:spPr>
          <a:xfrm>
            <a:off x="832600" y="1670904"/>
            <a:ext cx="372001" cy="212895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sz="100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832600" y="2512854"/>
            <a:ext cx="280542" cy="670534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sz="1000"/>
          </a:p>
        </p:txBody>
      </p:sp>
      <p:sp>
        <p:nvSpPr>
          <p:cNvPr id="50" name="모서리가 둥근 직사각형 49"/>
          <p:cNvSpPr/>
          <p:nvPr/>
        </p:nvSpPr>
        <p:spPr>
          <a:xfrm>
            <a:off x="832600" y="1769080"/>
            <a:ext cx="302739" cy="670534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sz="1000"/>
          </a:p>
        </p:txBody>
      </p:sp>
      <p:sp>
        <p:nvSpPr>
          <p:cNvPr id="51" name="직사각형 50"/>
          <p:cNvSpPr/>
          <p:nvPr/>
        </p:nvSpPr>
        <p:spPr>
          <a:xfrm>
            <a:off x="832600" y="1390446"/>
            <a:ext cx="439349" cy="28472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sz="1000"/>
          </a:p>
        </p:txBody>
      </p:sp>
      <p:sp>
        <p:nvSpPr>
          <p:cNvPr id="52" name="직사각형 51"/>
          <p:cNvSpPr/>
          <p:nvPr/>
        </p:nvSpPr>
        <p:spPr>
          <a:xfrm>
            <a:off x="832599" y="1590189"/>
            <a:ext cx="407566" cy="15822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>
              <a:defRPr/>
            </a:pPr>
            <a:endParaRPr lang="ko-KR" altLang="en-US" sz="1000"/>
          </a:p>
        </p:txBody>
      </p:sp>
      <p:pic>
        <p:nvPicPr>
          <p:cNvPr id="53" name="Picture 2" descr="https://i.pinimg.com/736x/ee/b6/f9/eeb6f975016a9b860d0822d07a37970b.jpg"/>
          <p:cNvPicPr>
            <a:picLocks noChangeAspect="1" noChangeArrowheads="1"/>
          </p:cNvPicPr>
          <p:nvPr/>
        </p:nvPicPr>
        <p:blipFill rotWithShape="1">
          <a:blip r:embed="rId2"/>
          <a:srcRect t="20300" b="20300"/>
          <a:stretch>
            <a:fillRect/>
          </a:stretch>
        </p:blipFill>
        <p:spPr>
          <a:xfrm>
            <a:off x="905996" y="3201978"/>
            <a:ext cx="800811" cy="713526"/>
          </a:xfrm>
          <a:prstGeom prst="rect">
            <a:avLst/>
          </a:prstGeom>
          <a:noFill/>
        </p:spPr>
      </p:pic>
      <p:pic>
        <p:nvPicPr>
          <p:cNvPr id="54" name="Picture 4" descr="https://i.pinimg.com/736x/4b/a8/21/4ba821c8a490af2740d51a7902de7949.jpg"/>
          <p:cNvPicPr>
            <a:picLocks noChangeAspect="1" noChangeArrowheads="1"/>
          </p:cNvPicPr>
          <p:nvPr/>
        </p:nvPicPr>
        <p:blipFill rotWithShape="1">
          <a:blip r:embed="rId3"/>
          <a:srcRect l="11120" t="10000" r="11120" b="10000"/>
          <a:stretch>
            <a:fillRect/>
          </a:stretch>
        </p:blipFill>
        <p:spPr>
          <a:xfrm>
            <a:off x="796813" y="3581347"/>
            <a:ext cx="775176" cy="529233"/>
          </a:xfrm>
          <a:prstGeom prst="rect">
            <a:avLst/>
          </a:prstGeom>
          <a:noFill/>
        </p:spPr>
      </p:pic>
      <p:pic>
        <p:nvPicPr>
          <p:cNvPr id="55" name="Picture 6" descr="https://i.pinimg.com/736x/4c/01/0f/4c010f377ebc037c624517cbe04cb247.jpg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72295" y="3422735"/>
            <a:ext cx="529893" cy="625039"/>
          </a:xfrm>
          <a:prstGeom prst="rect">
            <a:avLst/>
          </a:prstGeom>
          <a:noFill/>
        </p:spPr>
      </p:pic>
      <p:pic>
        <p:nvPicPr>
          <p:cNvPr id="56" name="Picture 8" descr="https://i.pinimg.com/736x/87/b3/dc/87b3dc4d54bf4a8281c6f5af5f523fe6.jpg"/>
          <p:cNvPicPr>
            <a:picLocks noChangeAspect="1" noChangeArrowheads="1"/>
          </p:cNvPicPr>
          <p:nvPr/>
        </p:nvPicPr>
        <p:blipFill rotWithShape="1">
          <a:blip r:embed="rId5"/>
          <a:srcRect l="7320" t="29390" r="6340" b="21510"/>
          <a:stretch>
            <a:fillRect/>
          </a:stretch>
        </p:blipFill>
        <p:spPr>
          <a:xfrm>
            <a:off x="1057818" y="3666863"/>
            <a:ext cx="661545" cy="443717"/>
          </a:xfrm>
          <a:prstGeom prst="rect">
            <a:avLst/>
          </a:prstGeom>
          <a:noFill/>
        </p:spPr>
      </p:pic>
      <p:sp>
        <p:nvSpPr>
          <p:cNvPr id="57" name="TextBox 56"/>
          <p:cNvSpPr txBox="1"/>
          <p:nvPr/>
        </p:nvSpPr>
        <p:spPr>
          <a:xfrm>
            <a:off x="1732610" y="3380402"/>
            <a:ext cx="945501" cy="2258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b="1"/>
              <a:t>LED </a:t>
            </a:r>
            <a:r>
              <a:rPr lang="ko-KR" altLang="en-US" sz="1200" b="1"/>
              <a:t>간판</a:t>
            </a:r>
            <a:endParaRPr lang="ko-KR" altLang="en-US" sz="1200" b="1"/>
          </a:p>
        </p:txBody>
      </p:sp>
      <p:sp>
        <p:nvSpPr>
          <p:cNvPr id="58" name="TextBox 57"/>
          <p:cNvSpPr txBox="1"/>
          <p:nvPr/>
        </p:nvSpPr>
        <p:spPr>
          <a:xfrm>
            <a:off x="3829053" y="3359646"/>
            <a:ext cx="945501" cy="2258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b="1"/>
              <a:t>LED </a:t>
            </a:r>
            <a:r>
              <a:rPr lang="ko-KR" altLang="en-US" sz="1200" b="1"/>
              <a:t>간판</a:t>
            </a:r>
            <a:endParaRPr lang="ko-KR" altLang="en-US" sz="1200" b="1"/>
          </a:p>
        </p:txBody>
      </p:sp>
      <p:sp>
        <p:nvSpPr>
          <p:cNvPr id="117" name="TextBox 116"/>
          <p:cNvSpPr txBox="1"/>
          <p:nvPr/>
        </p:nvSpPr>
        <p:spPr>
          <a:xfrm>
            <a:off x="2744778" y="1117490"/>
            <a:ext cx="945501" cy="225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b="1"/>
              <a:t>LED </a:t>
            </a:r>
            <a:r>
              <a:rPr lang="ko-KR" altLang="en-US" sz="1200" b="1"/>
              <a:t>간판</a:t>
            </a:r>
            <a:endParaRPr lang="ko-KR" altLang="en-US" sz="1200" b="1"/>
          </a:p>
        </p:txBody>
      </p:sp>
      <p:sp>
        <p:nvSpPr>
          <p:cNvPr id="119" name="TextBox 118"/>
          <p:cNvSpPr txBox="1"/>
          <p:nvPr/>
        </p:nvSpPr>
        <p:spPr>
          <a:xfrm>
            <a:off x="639553" y="4397550"/>
            <a:ext cx="241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간판 레퍼런스</a:t>
            </a:r>
            <a:endParaRPr lang="ko-KR" altLang="en-US"/>
          </a:p>
        </p:txBody>
      </p:sp>
      <p:graphicFrame>
        <p:nvGraphicFramePr>
          <p:cNvPr id="120" name="표 119"/>
          <p:cNvGraphicFramePr>
            <a:graphicFrameLocks noGrp="1"/>
          </p:cNvGraphicFramePr>
          <p:nvPr/>
        </p:nvGraphicFramePr>
        <p:xfrm>
          <a:off x="2130261" y="2112257"/>
          <a:ext cx="648573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91"/>
                <a:gridCol w="216191"/>
                <a:gridCol w="216191"/>
              </a:tblGrid>
              <a:tr h="136096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36096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/>
        </p:nvGraphicFramePr>
        <p:xfrm>
          <a:off x="3588037" y="2498230"/>
          <a:ext cx="648573" cy="72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91"/>
                <a:gridCol w="216191"/>
                <a:gridCol w="216191"/>
              </a:tblGrid>
              <a:tr h="181231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81231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81231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81231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2" name="그림 12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91303" y="3044972"/>
            <a:ext cx="815714" cy="880158"/>
          </a:xfrm>
          <a:prstGeom prst="rect">
            <a:avLst/>
          </a:prstGeom>
        </p:spPr>
      </p:pic>
      <p:pic>
        <p:nvPicPr>
          <p:cNvPr id="125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905932" y="4757738"/>
            <a:ext cx="1102375" cy="1921667"/>
          </a:xfrm>
          <a:prstGeom prst="rect">
            <a:avLst/>
          </a:prstGeom>
        </p:spPr>
      </p:pic>
      <p:pic>
        <p:nvPicPr>
          <p:cNvPr id="126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346140" y="4761232"/>
            <a:ext cx="1063160" cy="1944805"/>
          </a:xfrm>
          <a:prstGeom prst="rect">
            <a:avLst/>
          </a:prstGeom>
        </p:spPr>
      </p:pic>
      <p:pic>
        <p:nvPicPr>
          <p:cNvPr id="128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643621" y="4783651"/>
            <a:ext cx="1410424" cy="1879927"/>
          </a:xfrm>
          <a:prstGeom prst="rect">
            <a:avLst/>
          </a:prstGeom>
        </p:spPr>
      </p:pic>
      <p:pic>
        <p:nvPicPr>
          <p:cNvPr id="131" name=""/>
          <p:cNvPicPr>
            <a:picLocks noChangeAspect="1"/>
          </p:cNvPicPr>
          <p:nvPr/>
        </p:nvPicPr>
        <p:blipFill rotWithShape="1">
          <a:blip r:embed="rId10"/>
          <a:srcRect l="6130" t="5310" r="56680"/>
          <a:stretch>
            <a:fillRect/>
          </a:stretch>
        </p:blipFill>
        <p:spPr>
          <a:xfrm flipH="1">
            <a:off x="4930269" y="1585912"/>
            <a:ext cx="676193" cy="2400299"/>
          </a:xfrm>
          <a:prstGeom prst="rect">
            <a:avLst/>
          </a:prstGeom>
        </p:spPr>
      </p:pic>
      <p:pic>
        <p:nvPicPr>
          <p:cNvPr id="124" name=""/>
          <p:cNvPicPr>
            <a:picLocks noChangeAspect="1"/>
          </p:cNvPicPr>
          <p:nvPr/>
        </p:nvPicPr>
        <p:blipFill rotWithShape="1">
          <a:blip r:embed="rId11"/>
          <a:srcRect t="8040" r="28820"/>
          <a:stretch>
            <a:fillRect/>
          </a:stretch>
        </p:blipFill>
        <p:spPr>
          <a:xfrm flipH="1">
            <a:off x="4690244" y="2864523"/>
            <a:ext cx="615270" cy="1128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/>
          <p:cNvGrpSpPr/>
          <p:nvPr/>
        </p:nvGrpSpPr>
        <p:grpSpPr>
          <a:xfrm rot="0">
            <a:off x="638606" y="660479"/>
            <a:ext cx="4484937" cy="2819144"/>
            <a:chOff x="638606" y="660478"/>
            <a:chExt cx="5021944" cy="3589513"/>
          </a:xfrm>
        </p:grpSpPr>
        <p:grpSp>
          <p:nvGrpSpPr>
            <p:cNvPr id="5" name="그룹 4"/>
            <p:cNvGrpSpPr/>
            <p:nvPr/>
          </p:nvGrpSpPr>
          <p:grpSpPr>
            <a:xfrm rot="0">
              <a:off x="638606" y="660478"/>
              <a:ext cx="5021944" cy="3589513"/>
              <a:chOff x="-8650515" y="2738716"/>
              <a:chExt cx="5617029" cy="4402313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-8650515" y="2738716"/>
                <a:ext cx="5617029" cy="4402313"/>
              </a:xfrm>
              <a:prstGeom prst="rect">
                <a:avLst/>
              </a:prstGeom>
              <a:solidFill>
                <a:schemeClr val="lt1"/>
              </a:solidFill>
              <a:ln>
                <a:solidFill>
                  <a:schemeClr val="dk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grpSp>
            <p:nvGrpSpPr>
              <p:cNvPr id="10" name="그룹 9"/>
              <p:cNvGrpSpPr/>
              <p:nvPr/>
            </p:nvGrpSpPr>
            <p:grpSpPr>
              <a:xfrm rot="0">
                <a:off x="-8473561" y="3121256"/>
                <a:ext cx="5224234" cy="3848795"/>
                <a:chOff x="-94136" y="-109881"/>
                <a:chExt cx="12286136" cy="6998216"/>
              </a:xfrm>
            </p:grpSpPr>
            <p:sp>
              <p:nvSpPr>
                <p:cNvPr id="11" name="직사각형 10"/>
                <p:cNvSpPr/>
                <p:nvPr/>
              </p:nvSpPr>
              <p:spPr>
                <a:xfrm>
                  <a:off x="0" y="6195423"/>
                  <a:ext cx="12192000" cy="63948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 sz="1000"/>
                </a:p>
              </p:txBody>
            </p:sp>
            <p:grpSp>
              <p:nvGrpSpPr>
                <p:cNvPr id="12" name="그룹 11"/>
                <p:cNvGrpSpPr/>
                <p:nvPr/>
              </p:nvGrpSpPr>
              <p:grpSpPr>
                <a:xfrm rot="0">
                  <a:off x="1217351" y="-109881"/>
                  <a:ext cx="9945949" cy="6637682"/>
                  <a:chOff x="417251" y="-554382"/>
                  <a:chExt cx="11357498" cy="7966763"/>
                </a:xfrm>
              </p:grpSpPr>
              <p:sp>
                <p:nvSpPr>
                  <p:cNvPr id="24" name="직사각형 23"/>
                  <p:cNvSpPr/>
                  <p:nvPr/>
                </p:nvSpPr>
                <p:spPr>
                  <a:xfrm>
                    <a:off x="653794" y="1343369"/>
                    <a:ext cx="10918659" cy="569822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25" name="모서리가 둥근 직사각형 24"/>
                  <p:cNvSpPr/>
                  <p:nvPr/>
                </p:nvSpPr>
                <p:spPr>
                  <a:xfrm>
                    <a:off x="5019252" y="1178369"/>
                    <a:ext cx="2235869" cy="605373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26" name="모서리가 둥근 직사각형 25"/>
                  <p:cNvSpPr/>
                  <p:nvPr/>
                </p:nvSpPr>
                <p:spPr>
                  <a:xfrm>
                    <a:off x="891919" y="160614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27" name="모서리가 둥근 직사각형 26"/>
                  <p:cNvSpPr/>
                  <p:nvPr/>
                </p:nvSpPr>
                <p:spPr>
                  <a:xfrm>
                    <a:off x="2903700" y="160614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28" name="모서리가 둥근 직사각형 27"/>
                  <p:cNvSpPr/>
                  <p:nvPr/>
                </p:nvSpPr>
                <p:spPr>
                  <a:xfrm>
                    <a:off x="891919" y="359688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29" name="모서리가 둥근 직사각형 28"/>
                  <p:cNvSpPr/>
                  <p:nvPr/>
                </p:nvSpPr>
                <p:spPr>
                  <a:xfrm>
                    <a:off x="2903700" y="359688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30" name="모서리가 둥근 직사각형 29"/>
                  <p:cNvSpPr/>
                  <p:nvPr/>
                </p:nvSpPr>
                <p:spPr>
                  <a:xfrm>
                    <a:off x="7340846" y="359688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31" name="모서리가 둥근 직사각형 30"/>
                  <p:cNvSpPr/>
                  <p:nvPr/>
                </p:nvSpPr>
                <p:spPr>
                  <a:xfrm>
                    <a:off x="9352627" y="359688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32" name="모서리가 둥근 직사각형 31"/>
                  <p:cNvSpPr/>
                  <p:nvPr/>
                </p:nvSpPr>
                <p:spPr>
                  <a:xfrm>
                    <a:off x="7407521" y="160614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33" name="모서리가 둥근 직사각형 32"/>
                  <p:cNvSpPr/>
                  <p:nvPr/>
                </p:nvSpPr>
                <p:spPr>
                  <a:xfrm>
                    <a:off x="9419302" y="1606140"/>
                    <a:ext cx="1945105" cy="1794710"/>
                  </a:xfrm>
                  <a:prstGeom prst="roundRect">
                    <a:avLst>
                      <a:gd name="adj" fmla="val 16667"/>
                    </a:avLst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grpSp>
                <p:nvGrpSpPr>
                  <p:cNvPr id="34" name="그룹 33"/>
                  <p:cNvGrpSpPr/>
                  <p:nvPr/>
                </p:nvGrpSpPr>
                <p:grpSpPr>
                  <a:xfrm rot="0">
                    <a:off x="4965572" y="5413197"/>
                    <a:ext cx="2284527" cy="1999184"/>
                    <a:chOff x="5109144" y="4205642"/>
                    <a:chExt cx="2284527" cy="1999184"/>
                  </a:xfrm>
                </p:grpSpPr>
                <p:sp>
                  <p:nvSpPr>
                    <p:cNvPr id="41" name="직사각형 40"/>
                    <p:cNvSpPr/>
                    <p:nvPr/>
                  </p:nvSpPr>
                  <p:spPr>
                    <a:xfrm>
                      <a:off x="5383563" y="5558025"/>
                      <a:ext cx="1774303" cy="30293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  <p:sp>
                  <p:nvSpPr>
                    <p:cNvPr id="42" name="직사각형 41"/>
                    <p:cNvSpPr/>
                    <p:nvPr/>
                  </p:nvSpPr>
                  <p:spPr>
                    <a:xfrm>
                      <a:off x="5240930" y="5744444"/>
                      <a:ext cx="2037875" cy="30293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  <p:sp>
                  <p:nvSpPr>
                    <p:cNvPr id="43" name="직사각형 42"/>
                    <p:cNvSpPr/>
                    <p:nvPr/>
                  </p:nvSpPr>
                  <p:spPr>
                    <a:xfrm>
                      <a:off x="5109144" y="5901894"/>
                      <a:ext cx="2284527" cy="30293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  <p:sp>
                  <p:nvSpPr>
                    <p:cNvPr id="44" name="직사각형 43"/>
                    <p:cNvSpPr/>
                    <p:nvPr/>
                  </p:nvSpPr>
                  <p:spPr>
                    <a:xfrm>
                      <a:off x="5501905" y="4205642"/>
                      <a:ext cx="749503" cy="135238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  <p:sp>
                  <p:nvSpPr>
                    <p:cNvPr id="45" name="직사각형 44"/>
                    <p:cNvSpPr/>
                    <p:nvPr/>
                  </p:nvSpPr>
                  <p:spPr>
                    <a:xfrm>
                      <a:off x="6251408" y="4205642"/>
                      <a:ext cx="749503" cy="135238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ko-KR" altLang="en-US" sz="1000"/>
                    </a:p>
                  </p:txBody>
                </p:sp>
              </p:grpSp>
              <p:sp>
                <p:nvSpPr>
                  <p:cNvPr id="35" name="직사각형 34"/>
                  <p:cNvSpPr/>
                  <p:nvPr/>
                </p:nvSpPr>
                <p:spPr>
                  <a:xfrm>
                    <a:off x="5019252" y="2828376"/>
                    <a:ext cx="2235870" cy="76850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36" name="직사각형 35"/>
                  <p:cNvSpPr/>
                  <p:nvPr/>
                </p:nvSpPr>
                <p:spPr>
                  <a:xfrm>
                    <a:off x="5014229" y="4516043"/>
                    <a:ext cx="2235870" cy="76850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37" name="직사각형 36"/>
                  <p:cNvSpPr/>
                  <p:nvPr/>
                </p:nvSpPr>
                <p:spPr>
                  <a:xfrm>
                    <a:off x="5072931" y="-554382"/>
                    <a:ext cx="2235870" cy="189775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38" name="직사각형 37"/>
                  <p:cNvSpPr/>
                  <p:nvPr/>
                </p:nvSpPr>
                <p:spPr>
                  <a:xfrm>
                    <a:off x="417251" y="554381"/>
                    <a:ext cx="4655679" cy="76207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7308800" y="592711"/>
                    <a:ext cx="4465949" cy="76207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99624" y="1127332"/>
                    <a:ext cx="11179658" cy="37554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lvl1pPr marL="0" indent="0" algn="l" defTabSz="232257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defRPr kumimoji="0" sz="1800" b="0" i="0" u="none" strike="noStrike" kern="1200" cap="none" spc="0" normalizeH="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</a:lstStyle>
                  <a:p>
                    <a:pPr algn="ctr">
                      <a:defRPr/>
                    </a:pPr>
                    <a:endParaRPr lang="ko-KR" altLang="en-US" sz="1000"/>
                  </a:p>
                </p:txBody>
              </p:sp>
            </p:grpSp>
            <p:sp>
              <p:nvSpPr>
                <p:cNvPr id="13" name="직사각형 12"/>
                <p:cNvSpPr/>
                <p:nvPr/>
              </p:nvSpPr>
              <p:spPr>
                <a:xfrm>
                  <a:off x="-1" y="1447819"/>
                  <a:ext cx="978525" cy="474760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14" name="모서리가 둥근 직사각형 13"/>
                <p:cNvSpPr/>
                <p:nvPr/>
              </p:nvSpPr>
              <p:spPr>
                <a:xfrm>
                  <a:off x="0" y="3325380"/>
                  <a:ext cx="737948" cy="1495302"/>
                </a:xfrm>
                <a:prstGeom prst="roundRect">
                  <a:avLst>
                    <a:gd name="adj" fmla="val 16667"/>
                  </a:avLst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15" name="모서리가 둥근 직사각형 14"/>
                <p:cNvSpPr/>
                <p:nvPr/>
              </p:nvSpPr>
              <p:spPr>
                <a:xfrm>
                  <a:off x="0" y="1666752"/>
                  <a:ext cx="796336" cy="1495302"/>
                </a:xfrm>
                <a:prstGeom prst="roundRect">
                  <a:avLst>
                    <a:gd name="adj" fmla="val 16667"/>
                  </a:avLst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0" y="822392"/>
                  <a:ext cx="1155679" cy="63493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-2" y="1267823"/>
                  <a:ext cx="1072077" cy="35283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lvl1pPr marL="0" indent="0" algn="l" defTabSz="232257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defRPr kumimoji="0" sz="1800" b="0" i="0" u="none" strike="noStrike" kern="1200" cap="none" spc="0" normalizeH="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</a:lstStyle>
                <a:p>
                  <a:pPr algn="ctr">
                    <a:defRPr/>
                  </a:pPr>
                  <a:endParaRPr lang="ko-KR" altLang="en-US" sz="1000"/>
                </a:p>
              </p:txBody>
            </p:sp>
            <p:pic>
              <p:nvPicPr>
                <p:cNvPr id="18" name="Picture 2" descr="https://i.pinimg.com/736x/ee/b6/f9/eeb6f975016a9b860d0822d07a37970b.jpg"/>
                <p:cNvPicPr>
                  <a:picLocks noChangeAspect="1" noChangeArrowheads="1"/>
                </p:cNvPicPr>
                <p:nvPr/>
              </p:nvPicPr>
              <p:blipFill rotWithShape="1">
                <a:blip r:embed="rId2"/>
                <a:srcRect t="20300" b="20300"/>
                <a:stretch>
                  <a:fillRect/>
                </a:stretch>
              </p:blipFill>
              <p:spPr>
                <a:xfrm>
                  <a:off x="193062" y="4862137"/>
                  <a:ext cx="2106483" cy="1591175"/>
                </a:xfrm>
                <a:prstGeom prst="rect">
                  <a:avLst/>
                </a:prstGeom>
                <a:noFill/>
              </p:spPr>
            </p:pic>
            <p:pic>
              <p:nvPicPr>
                <p:cNvPr id="19" name="Picture 4" descr="https://i.pinimg.com/736x/4b/a8/21/4ba821c8a490af2740d51a7902de7949.jpg"/>
                <p:cNvPicPr>
                  <a:picLocks noChangeAspect="1" noChangeArrowheads="1"/>
                </p:cNvPicPr>
                <p:nvPr/>
              </p:nvPicPr>
              <p:blipFill rotWithShape="1">
                <a:blip r:embed="rId3"/>
                <a:srcRect l="11120" t="10000" r="11120" b="10000"/>
                <a:stretch>
                  <a:fillRect/>
                </a:stretch>
              </p:blipFill>
              <p:spPr>
                <a:xfrm>
                  <a:off x="-94136" y="5708136"/>
                  <a:ext cx="2039050" cy="1180199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" name="Picture 6" descr="https://i.pinimg.com/736x/4c/01/0f/4c010f377ebc037c624517cbe04cb247.jpg"/>
                <p:cNvPicPr>
                  <a:picLocks noChangeAspect="1" noChangeArrowheads="1"/>
                </p:cNvPicPr>
                <p:nvPr/>
              </p:nvPicPr>
              <p:blipFill rotWithShape="1">
                <a:blip r:embed="rId4"/>
                <a:srcRect/>
                <a:stretch>
                  <a:fillRect/>
                </a:stretch>
              </p:blipFill>
              <p:spPr>
                <a:xfrm>
                  <a:off x="1419631" y="5354429"/>
                  <a:ext cx="1393849" cy="1393849"/>
                </a:xfrm>
                <a:prstGeom prst="rect">
                  <a:avLst/>
                </a:prstGeom>
                <a:noFill/>
              </p:spPr>
            </p:pic>
            <p:pic>
              <p:nvPicPr>
                <p:cNvPr id="21" name="Picture 8" descr="https://i.pinimg.com/736x/87/b3/dc/87b3dc4d54bf4a8281c6f5af5f523fe6.jpg"/>
                <p:cNvPicPr>
                  <a:picLocks noChangeAspect="1" noChangeArrowheads="1"/>
                </p:cNvPicPr>
                <p:nvPr/>
              </p:nvPicPr>
              <p:blipFill rotWithShape="1">
                <a:blip r:embed="rId5"/>
                <a:srcRect l="7320" t="29390" r="6340" b="21510"/>
                <a:stretch>
                  <a:fillRect/>
                </a:stretch>
              </p:blipFill>
              <p:spPr>
                <a:xfrm>
                  <a:off x="592421" y="5898837"/>
                  <a:ext cx="1740151" cy="989498"/>
                </a:xfrm>
                <a:prstGeom prst="rect">
                  <a:avLst/>
                </a:prstGeom>
                <a:noFill/>
              </p:spPr>
            </p:pic>
            <p:sp>
              <p:nvSpPr>
                <p:cNvPr id="22" name="TextBox 21"/>
                <p:cNvSpPr txBox="1"/>
                <p:nvPr/>
              </p:nvSpPr>
              <p:spPr>
                <a:xfrm>
                  <a:off x="2367416" y="5118604"/>
                  <a:ext cx="2487080" cy="7865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b="1"/>
                    <a:t>LED </a:t>
                  </a:r>
                  <a:r>
                    <a:rPr lang="ko-KR" altLang="en-US" sz="1200" b="1"/>
                    <a:t>간판</a:t>
                  </a:r>
                  <a:endParaRPr lang="ko-KR" altLang="en-US" sz="1200" b="1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7881976" y="5072319"/>
                  <a:ext cx="2487080" cy="7865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b="1"/>
                    <a:t>LED </a:t>
                  </a:r>
                  <a:r>
                    <a:rPr lang="ko-KR" altLang="en-US" sz="1200" b="1"/>
                    <a:t>간판</a:t>
                  </a:r>
                  <a:endParaRPr lang="ko-KR" altLang="en-US" sz="1200" b="1"/>
                </a:p>
              </p:txBody>
            </p:sp>
          </p:grpSp>
        </p:grpSp>
        <p:sp>
          <p:nvSpPr>
            <p:cNvPr id="7" name="TextBox 6"/>
            <p:cNvSpPr txBox="1"/>
            <p:nvPr/>
          </p:nvSpPr>
          <p:spPr>
            <a:xfrm>
              <a:off x="2744778" y="1054073"/>
              <a:ext cx="945501" cy="3526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lang="en-US" altLang="ko-KR" sz="1200" b="1"/>
                <a:t>LED </a:t>
              </a:r>
              <a:r>
                <a:rPr lang="ko-KR" altLang="en-US" sz="1200" b="1"/>
                <a:t>간판</a:t>
              </a:r>
              <a:endParaRPr lang="ko-KR" altLang="en-US" sz="1200" b="1"/>
            </a:p>
          </p:txBody>
        </p:sp>
      </p:grpSp>
      <p:graphicFrame>
        <p:nvGraphicFramePr>
          <p:cNvPr id="46" name="표 45"/>
          <p:cNvGraphicFramePr>
            <a:graphicFrameLocks noGrp="1"/>
          </p:cNvGraphicFramePr>
          <p:nvPr/>
        </p:nvGraphicFramePr>
        <p:xfrm>
          <a:off x="1969744" y="1757219"/>
          <a:ext cx="62484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</a:tblGrid>
              <a:tr h="136096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36096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3253057" y="2051597"/>
          <a:ext cx="648573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91"/>
                <a:gridCol w="216191"/>
                <a:gridCol w="216191"/>
              </a:tblGrid>
              <a:tr h="124890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24890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24890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24890"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>
                        <a:defRPr/>
                      </a:pPr>
                      <a:endParaRPr lang="ko-KR" altLang="en-US" sz="500"/>
                    </a:p>
                  </a:txBody>
                  <a:tcPr marL="91440" marR="9144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638606" y="235436"/>
            <a:ext cx="241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바깥 디테일 설명</a:t>
            </a:r>
            <a:endParaRPr lang="ko-KR" altLang="en-US"/>
          </a:p>
        </p:txBody>
      </p:sp>
      <p:grpSp>
        <p:nvGrpSpPr>
          <p:cNvPr id="56" name="그룹 55"/>
          <p:cNvGrpSpPr/>
          <p:nvPr/>
        </p:nvGrpSpPr>
        <p:grpSpPr>
          <a:xfrm rot="0">
            <a:off x="653359" y="4441111"/>
            <a:ext cx="2019379" cy="1924539"/>
            <a:chOff x="6792827" y="3622352"/>
            <a:chExt cx="2981254" cy="3394799"/>
          </a:xfrm>
        </p:grpSpPr>
        <p:pic>
          <p:nvPicPr>
            <p:cNvPr id="50" name="그림 49"/>
            <p:cNvPicPr>
              <a:picLocks noChangeAspect="1"/>
            </p:cNvPicPr>
            <p:nvPr/>
          </p:nvPicPr>
          <p:blipFill rotWithShape="1">
            <a:blip r:embed="rId6"/>
            <a:srcRect t="14480"/>
            <a:stretch>
              <a:fillRect/>
            </a:stretch>
          </p:blipFill>
          <p:spPr>
            <a:xfrm>
              <a:off x="6792827" y="3622352"/>
              <a:ext cx="2981254" cy="3394799"/>
            </a:xfrm>
            <a:prstGeom prst="rect">
              <a:avLst/>
            </a:prstGeom>
          </p:spPr>
        </p:pic>
        <p:sp>
          <p:nvSpPr>
            <p:cNvPr id="52" name="액자 51"/>
            <p:cNvSpPr/>
            <p:nvPr/>
          </p:nvSpPr>
          <p:spPr>
            <a:xfrm>
              <a:off x="7100398" y="5039975"/>
              <a:ext cx="1183056" cy="1163110"/>
            </a:xfrm>
            <a:prstGeom prst="frame">
              <a:avLst>
                <a:gd name="adj1" fmla="val 937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액자 52"/>
            <p:cNvSpPr/>
            <p:nvPr/>
          </p:nvSpPr>
          <p:spPr>
            <a:xfrm>
              <a:off x="8458193" y="5039976"/>
              <a:ext cx="979448" cy="977583"/>
            </a:xfrm>
            <a:prstGeom prst="frame">
              <a:avLst>
                <a:gd name="adj1" fmla="val 937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 algn="l" defTabSz="232257" rtl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defRPr kumimoji="0" sz="1800" b="0" i="0" u="none" strike="noStrike" kern="1200" cap="none" spc="0" normalizeH="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</a:lstStyle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4" name="TextBox 74"/>
          <p:cNvSpPr txBox="1"/>
          <p:nvPr/>
        </p:nvSpPr>
        <p:spPr>
          <a:xfrm>
            <a:off x="6096000" y="2224484"/>
            <a:ext cx="4821452" cy="90733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/>
              <a:t>각 호마다 일정한 크기의 테라스</a:t>
            </a:r>
            <a:r>
              <a:rPr lang="en-US" altLang="ko-KR"/>
              <a:t>,</a:t>
            </a:r>
            <a:r>
              <a:rPr lang="ko-KR" altLang="en-US"/>
              <a:t> 창문</a:t>
            </a:r>
            <a:endParaRPr lang="ko-KR" alt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/>
              <a:t>층마다 공조 설비 설치되어 있음</a:t>
            </a:r>
            <a:endParaRPr lang="ko-KR" altLang="en-US"/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7"/>
          <a:srcRect l="2180" t="37920" r="2720" b="23990"/>
          <a:stretch>
            <a:fillRect/>
          </a:stretch>
        </p:blipFill>
        <p:spPr>
          <a:xfrm>
            <a:off x="2881074" y="4415779"/>
            <a:ext cx="2266671" cy="1949871"/>
          </a:xfrm>
          <a:prstGeom prst="rect">
            <a:avLst/>
          </a:prstGeom>
        </p:spPr>
      </p:pic>
      <p:sp>
        <p:nvSpPr>
          <p:cNvPr id="63" name="TextBox 74"/>
          <p:cNvSpPr txBox="1"/>
          <p:nvPr/>
        </p:nvSpPr>
        <p:spPr>
          <a:xfrm>
            <a:off x="652963" y="3731123"/>
            <a:ext cx="4821451" cy="4542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indent="-285750">
              <a:lnSpc>
                <a:spcPct val="150000"/>
              </a:lnSpc>
              <a:buFont typeface="Arial"/>
              <a:buChar char="•"/>
              <a:defRPr/>
            </a:pPr>
            <a:r>
              <a:rPr lang="ko-KR" altLang="en-US"/>
              <a:t>겉면 디테일 설명</a:t>
            </a:r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1974781" y="1540731"/>
            <a:ext cx="598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202</a:t>
            </a:r>
            <a:r>
              <a:rPr lang="ko-KR" altLang="en-US" sz="1100"/>
              <a:t>호</a:t>
            </a:r>
            <a:endParaRPr lang="ko-KR" altLang="en-US" sz="1100"/>
          </a:p>
        </p:txBody>
      </p:sp>
      <p:sp>
        <p:nvSpPr>
          <p:cNvPr id="66" name="TextBox 65"/>
          <p:cNvSpPr txBox="1"/>
          <p:nvPr/>
        </p:nvSpPr>
        <p:spPr>
          <a:xfrm>
            <a:off x="3347460" y="1540731"/>
            <a:ext cx="598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203</a:t>
            </a:r>
            <a:r>
              <a:rPr lang="ko-KR" altLang="en-US" sz="1100"/>
              <a:t>호</a:t>
            </a:r>
            <a:endParaRPr lang="ko-KR" altLang="en-US" sz="1100"/>
          </a:p>
        </p:txBody>
      </p:sp>
      <p:sp>
        <p:nvSpPr>
          <p:cNvPr id="67" name="TextBox 66"/>
          <p:cNvSpPr txBox="1"/>
          <p:nvPr/>
        </p:nvSpPr>
        <p:spPr>
          <a:xfrm>
            <a:off x="3909568" y="1540731"/>
            <a:ext cx="598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204</a:t>
            </a:r>
            <a:r>
              <a:rPr lang="ko-KR" altLang="en-US" sz="1100"/>
              <a:t>호</a:t>
            </a:r>
            <a:endParaRPr lang="ko-KR" altLang="en-US" sz="1100"/>
          </a:p>
        </p:txBody>
      </p:sp>
      <p:sp>
        <p:nvSpPr>
          <p:cNvPr id="68" name="TextBox 67"/>
          <p:cNvSpPr txBox="1"/>
          <p:nvPr/>
        </p:nvSpPr>
        <p:spPr>
          <a:xfrm>
            <a:off x="1394314" y="2112155"/>
            <a:ext cx="598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101</a:t>
            </a:r>
            <a:r>
              <a:rPr lang="ko-KR" altLang="en-US" sz="1100"/>
              <a:t>호</a:t>
            </a:r>
            <a:endParaRPr lang="ko-KR" altLang="en-US" sz="1100"/>
          </a:p>
        </p:txBody>
      </p:sp>
      <p:sp>
        <p:nvSpPr>
          <p:cNvPr id="69" name="TextBox 68"/>
          <p:cNvSpPr txBox="1"/>
          <p:nvPr/>
        </p:nvSpPr>
        <p:spPr>
          <a:xfrm>
            <a:off x="1956422" y="2112155"/>
            <a:ext cx="598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102</a:t>
            </a:r>
            <a:r>
              <a:rPr lang="ko-KR" altLang="en-US" sz="1100"/>
              <a:t>호</a:t>
            </a:r>
            <a:endParaRPr lang="ko-KR" altLang="en-US" sz="1100"/>
          </a:p>
        </p:txBody>
      </p:sp>
      <p:sp>
        <p:nvSpPr>
          <p:cNvPr id="70" name="TextBox 69"/>
          <p:cNvSpPr txBox="1"/>
          <p:nvPr/>
        </p:nvSpPr>
        <p:spPr>
          <a:xfrm>
            <a:off x="3299273" y="2083213"/>
            <a:ext cx="598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103</a:t>
            </a:r>
            <a:r>
              <a:rPr lang="ko-KR" altLang="en-US" sz="1100"/>
              <a:t>호</a:t>
            </a:r>
            <a:endParaRPr lang="ko-KR" altLang="en-US" sz="1100"/>
          </a:p>
        </p:txBody>
      </p:sp>
      <p:sp>
        <p:nvSpPr>
          <p:cNvPr id="71" name="TextBox 70"/>
          <p:cNvSpPr txBox="1"/>
          <p:nvPr/>
        </p:nvSpPr>
        <p:spPr>
          <a:xfrm>
            <a:off x="3861381" y="2083213"/>
            <a:ext cx="598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104</a:t>
            </a:r>
            <a:r>
              <a:rPr lang="ko-KR" altLang="en-US" sz="1100"/>
              <a:t>호</a:t>
            </a:r>
            <a:endParaRPr lang="ko-KR" altLang="en-US" sz="1100"/>
          </a:p>
        </p:txBody>
      </p:sp>
      <p:sp>
        <p:nvSpPr>
          <p:cNvPr id="72" name="TextBox 71"/>
          <p:cNvSpPr txBox="1"/>
          <p:nvPr/>
        </p:nvSpPr>
        <p:spPr>
          <a:xfrm>
            <a:off x="1393037" y="1502544"/>
            <a:ext cx="5987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100"/>
              <a:t>201</a:t>
            </a:r>
            <a:r>
              <a:rPr lang="ko-KR" altLang="en-US" sz="1100"/>
              <a:t>호</a:t>
            </a:r>
            <a:endParaRPr lang="ko-KR" altLang="en-US" sz="1100"/>
          </a:p>
        </p:txBody>
      </p:sp>
      <p:sp>
        <p:nvSpPr>
          <p:cNvPr id="73" name="액자 72"/>
          <p:cNvSpPr/>
          <p:nvPr/>
        </p:nvSpPr>
        <p:spPr>
          <a:xfrm>
            <a:off x="1293966" y="1432335"/>
            <a:ext cx="731932" cy="669513"/>
          </a:xfrm>
          <a:prstGeom prst="frame">
            <a:avLst>
              <a:gd name="adj1" fmla="val 478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5971372" y="647392"/>
            <a:ext cx="5003086" cy="13791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tx1"/>
                </a:solidFill>
              </a:rPr>
              <a:t>루나</a:t>
            </a:r>
            <a:r>
              <a:rPr lang="en-US" altLang="ko-KR" b="1">
                <a:solidFill>
                  <a:schemeClr val="tx1"/>
                </a:solidFill>
              </a:rPr>
              <a:t> : 201</a:t>
            </a:r>
            <a:r>
              <a:rPr lang="ko-KR" altLang="en-US" b="1">
                <a:solidFill>
                  <a:schemeClr val="tx1"/>
                </a:solidFill>
              </a:rPr>
              <a:t>호 거주 중</a:t>
            </a:r>
            <a:r>
              <a:rPr lang="en-US" altLang="ko-KR" b="1">
                <a:solidFill>
                  <a:schemeClr val="tx1"/>
                </a:solidFill>
              </a:rPr>
              <a:t> </a:t>
            </a:r>
            <a:endParaRPr lang="ko-KR" altLang="en-US" b="1">
              <a:solidFill>
                <a:schemeClr val="tx1"/>
              </a:solidFill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36255" y="2421747"/>
            <a:ext cx="601734" cy="649273"/>
          </a:xfrm>
          <a:prstGeom prst="rect">
            <a:avLst/>
          </a:prstGeom>
        </p:spPr>
      </p:pic>
      <p:graphicFrame>
        <p:nvGraphicFramePr>
          <p:cNvPr id="77" name=""/>
          <p:cNvGraphicFramePr>
            <a:graphicFrameLocks noGrp="1"/>
          </p:cNvGraphicFramePr>
          <p:nvPr/>
        </p:nvGraphicFramePr>
        <p:xfrm>
          <a:off x="5322095" y="3659374"/>
          <a:ext cx="6604897" cy="2990877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81312"/>
                <a:gridCol w="1554480"/>
                <a:gridCol w="4269105"/>
              </a:tblGrid>
              <a:tr h="28607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사는 사람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테라스 설명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4527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101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불명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광고 종이가 많이 붙여져 있음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금이 간 창문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8607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102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en-US" altLang="ko-KR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교사집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책이 탑처럼 싸여있음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4527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en-US" altLang="ko-KR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서연희네 집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철장으로 막혀있음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어린 아이 그림이 창문에 붙여있음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8607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104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en-US" altLang="ko-KR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여장남자 집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스타킹</a:t>
                      </a: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 여자옷</a:t>
                      </a: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 가발이 널려져있음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8607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201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en-US" altLang="ko-KR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루나집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깔끔하게 관리됨</a:t>
                      </a: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 다른 호보다 오브젝트가 없음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8607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202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en-US" altLang="ko-KR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콘텐츠녀 집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바깥을 촬영하고 있는 </a:t>
                      </a: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CCTV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와 카메라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8607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203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en-US" altLang="ko-KR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젊은 신호 부부집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항상 커튼이 펼쳐져 있음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8607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tx1"/>
                          </a:solidFill>
                        </a:rPr>
                        <a:t>204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호</a:t>
                      </a:r>
                      <a:endParaRPr lang="en-US" altLang="ko-KR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불명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solidFill>
                            <a:schemeClr val="tx1"/>
                          </a:solidFill>
                        </a:rPr>
                        <a:t>깔끔하게 정리 되어 있음</a:t>
                      </a:r>
                      <a:endParaRPr lang="ko-KR" altLang="en-US" sz="130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194</ep:Words>
  <ep:PresentationFormat>와이드스크린</ep:PresentationFormat>
  <ep:Paragraphs>37</ep:Paragraphs>
  <ep:Slides>7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테마</vt:lpstr>
      <vt:lpstr>A 구역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2026-04-08T04:38:41.000</dcterms:created>
  <dc:creator>hyeon2-400</dc:creator>
  <cp:lastModifiedBy>hyeon2-400</cp:lastModifiedBy>
  <dcterms:modified xsi:type="dcterms:W3CDTF">2026-04-08T16:23:46.567</dcterms:modified>
  <cp:revision>23</cp:revision>
  <dc:title>A 구역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