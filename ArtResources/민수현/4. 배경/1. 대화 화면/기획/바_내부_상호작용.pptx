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7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40" d="100"/>
          <a:sy n="40" d="100"/>
        </p:scale>
        <p:origin x="3576" y="1884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slide" Target="slides/slide1.xml"  /><Relationship Id="rId3" Type="http://schemas.openxmlformats.org/officeDocument/2006/relationships/presProps" Target="presProps.xml"  /><Relationship Id="rId4" Type="http://schemas.openxmlformats.org/officeDocument/2006/relationships/viewProps" Target="viewProps.xml"  /><Relationship Id="rId5" Type="http://schemas.openxmlformats.org/officeDocument/2006/relationships/theme" Target="theme/theme1.xml"  /><Relationship Id="rId6" Type="http://schemas.openxmlformats.org/officeDocument/2006/relationships/tableStyles" Target="tableStyle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257B-2712-42F4-B167-DB9BB0D73086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7881-FC62-464C-9AB6-DFF94F5EF5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6358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257B-2712-42F4-B167-DB9BB0D73086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7881-FC62-464C-9AB6-DFF94F5EF5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6818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257B-2712-42F4-B167-DB9BB0D73086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7881-FC62-464C-9AB6-DFF94F5EF5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0050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257B-2712-42F4-B167-DB9BB0D73086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7881-FC62-464C-9AB6-DFF94F5EF5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8804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257B-2712-42F4-B167-DB9BB0D73086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7881-FC62-464C-9AB6-DFF94F5EF5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9285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257B-2712-42F4-B167-DB9BB0D73086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7881-FC62-464C-9AB6-DFF94F5EF5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7120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257B-2712-42F4-B167-DB9BB0D73086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7881-FC62-464C-9AB6-DFF94F5EF5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8577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257B-2712-42F4-B167-DB9BB0D73086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7881-FC62-464C-9AB6-DFF94F5EF5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6466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257B-2712-42F4-B167-DB9BB0D73086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7881-FC62-464C-9AB6-DFF94F5EF5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308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257B-2712-42F4-B167-DB9BB0D73086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7881-FC62-464C-9AB6-DFF94F5EF5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779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257B-2712-42F4-B167-DB9BB0D73086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7881-FC62-464C-9AB6-DFF94F5EF5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7534318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51257B-2712-42F4-B167-DB9BB0D73086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527881-FC62-464C-9AB6-DFF94F5EF5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1691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9.jpeg"  /><Relationship Id="rId11" Type="http://schemas.openxmlformats.org/officeDocument/2006/relationships/image" Target="../media/image10.jpeg"  /><Relationship Id="rId12" Type="http://schemas.openxmlformats.org/officeDocument/2006/relationships/image" Target="../media/image11.jpeg"  /><Relationship Id="rId13" Type="http://schemas.openxmlformats.org/officeDocument/2006/relationships/image" Target="../media/image11.jpeg"  /><Relationship Id="rId14" Type="http://schemas.openxmlformats.org/officeDocument/2006/relationships/image" Target="../media/image12.jpeg"  /><Relationship Id="rId15" Type="http://schemas.openxmlformats.org/officeDocument/2006/relationships/image" Target="../media/image13.jpeg"  /><Relationship Id="rId16" Type="http://schemas.openxmlformats.org/officeDocument/2006/relationships/image" Target="../media/image14.jpeg"  /><Relationship Id="rId17" Type="http://schemas.openxmlformats.org/officeDocument/2006/relationships/image" Target="../media/image15.png"  /><Relationship Id="rId18" Type="http://schemas.openxmlformats.org/officeDocument/2006/relationships/image" Target="../media/image16.png"  /><Relationship Id="rId19" Type="http://schemas.openxmlformats.org/officeDocument/2006/relationships/image" Target="../media/image17.jpeg"  /><Relationship Id="rId2" Type="http://schemas.openxmlformats.org/officeDocument/2006/relationships/image" Target="../media/image1.png"  /><Relationship Id="rId3" Type="http://schemas.openxmlformats.org/officeDocument/2006/relationships/image" Target="../media/image2.jpeg"  /><Relationship Id="rId4" Type="http://schemas.openxmlformats.org/officeDocument/2006/relationships/image" Target="../media/image3.jpeg"  /><Relationship Id="rId5" Type="http://schemas.openxmlformats.org/officeDocument/2006/relationships/image" Target="../media/image4.jpeg"  /><Relationship Id="rId6" Type="http://schemas.openxmlformats.org/officeDocument/2006/relationships/image" Target="../media/image5.jpeg"  /><Relationship Id="rId7" Type="http://schemas.openxmlformats.org/officeDocument/2006/relationships/image" Target="../media/image6.png"  /><Relationship Id="rId8" Type="http://schemas.openxmlformats.org/officeDocument/2006/relationships/image" Target="../media/image7.jpeg"  /><Relationship Id="rId9" Type="http://schemas.openxmlformats.org/officeDocument/2006/relationships/image" Target="../media/image8.jpe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-1"/>
            <a:ext cx="12192000" cy="6858607"/>
          </a:xfrm>
          <a:prstGeom prst="rect">
            <a:avLst/>
          </a:prstGeom>
        </p:spPr>
      </p:pic>
      <p:grpSp>
        <p:nvGrpSpPr>
          <p:cNvPr id="11" name="그룹 10"/>
          <p:cNvGrpSpPr/>
          <p:nvPr/>
        </p:nvGrpSpPr>
        <p:grpSpPr>
          <a:xfrm rot="0">
            <a:off x="-10021208" y="-4153129"/>
            <a:ext cx="6340930" cy="3368676"/>
            <a:chOff x="-8455481" y="-3353029"/>
            <a:chExt cx="6340930" cy="3368676"/>
          </a:xfrm>
        </p:grpSpPr>
        <p:sp>
          <p:nvSpPr>
            <p:cNvPr id="12" name="직사각형 11"/>
            <p:cNvSpPr/>
            <p:nvPr/>
          </p:nvSpPr>
          <p:spPr>
            <a:xfrm>
              <a:off x="-8455481" y="-3353029"/>
              <a:ext cx="6340930" cy="33686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pic>
          <p:nvPicPr>
            <p:cNvPr id="1032" name="Picture 8" descr="https://i.pinimg.com/736x/8f/df/6a/8fdf6a896fda32c01677969ee4a046b1.jpg"/>
            <p:cNvPicPr>
              <a:picLocks noChangeAspect="1" noChangeArrowheads="1"/>
            </p:cNvPicPr>
            <p:nvPr/>
          </p:nvPicPr>
          <p:blipFill rotWithShape="1">
            <a:blip r:embed="rId3"/>
            <a:srcRect b="74440"/>
            <a:stretch>
              <a:fillRect/>
            </a:stretch>
          </p:blipFill>
          <p:spPr>
            <a:xfrm>
              <a:off x="-7797832" y="-2649991"/>
              <a:ext cx="5025633" cy="1314450"/>
            </a:xfrm>
            <a:prstGeom prst="rect">
              <a:avLst/>
            </a:prstGeom>
            <a:noFill/>
          </p:spPr>
        </p:pic>
        <p:sp>
          <p:nvSpPr>
            <p:cNvPr id="9" name="TextBox 8"/>
            <p:cNvSpPr txBox="1"/>
            <p:nvPr/>
          </p:nvSpPr>
          <p:spPr>
            <a:xfrm>
              <a:off x="-8282669" y="-871661"/>
              <a:ext cx="59953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/>
                <a:t>1</a:t>
              </a:r>
              <a:r>
                <a:rPr lang="ko-KR" altLang="en-US"/>
                <a:t>번 이미지에서 글 대신 총</a:t>
              </a:r>
              <a:r>
                <a:rPr lang="en-US" altLang="ko-KR"/>
                <a:t>[</a:t>
              </a:r>
              <a:r>
                <a:rPr lang="ko-KR" altLang="en-US"/>
                <a:t>샷건</a:t>
              </a:r>
              <a:r>
                <a:rPr lang="en-US" altLang="ko-KR"/>
                <a:t>]</a:t>
              </a:r>
              <a:r>
                <a:rPr lang="ko-KR" altLang="en-US"/>
                <a:t> 모양이 출력</a:t>
              </a:r>
              <a:endParaRPr lang="ko-KR" altLang="en-US"/>
            </a:p>
          </p:txBody>
        </p:sp>
      </p:grpSp>
      <p:grpSp>
        <p:nvGrpSpPr>
          <p:cNvPr id="14" name="그룹 13"/>
          <p:cNvGrpSpPr/>
          <p:nvPr/>
        </p:nvGrpSpPr>
        <p:grpSpPr>
          <a:xfrm rot="0">
            <a:off x="-13505809" y="-4153129"/>
            <a:ext cx="3038506" cy="3368676"/>
            <a:chOff x="-13544549" y="-4153129"/>
            <a:chExt cx="3038506" cy="3368676"/>
          </a:xfrm>
        </p:grpSpPr>
        <p:sp>
          <p:nvSpPr>
            <p:cNvPr id="6" name="직사각형 5"/>
            <p:cNvSpPr/>
            <p:nvPr/>
          </p:nvSpPr>
          <p:spPr>
            <a:xfrm>
              <a:off x="-13544549" y="-4153129"/>
              <a:ext cx="3038506" cy="33686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pic>
          <p:nvPicPr>
            <p:cNvPr id="1028" name="Picture 4" descr="https://i.pinimg.com/736x/ea/30/26/ea3026897fc472578bade9db924afd9c.jpg"/>
            <p:cNvPicPr>
              <a:picLocks noChangeAspect="1" noChangeArrowheads="1"/>
            </p:cNvPicPr>
            <p:nvPr/>
          </p:nvPicPr>
          <p:blipFill rotWithShape="1">
            <a:blip r:embed="rId4"/>
            <a:srcRect l="60720" r="9880" b="58350"/>
            <a:stretch>
              <a:fillRect/>
            </a:stretch>
          </p:blipFill>
          <p:spPr>
            <a:xfrm>
              <a:off x="-13055811" y="-3505822"/>
              <a:ext cx="2061029" cy="1642383"/>
            </a:xfrm>
            <a:prstGeom prst="rect">
              <a:avLst/>
            </a:prstGeom>
            <a:noFill/>
          </p:spPr>
        </p:pic>
        <p:sp>
          <p:nvSpPr>
            <p:cNvPr id="10" name="TextBox 9"/>
            <p:cNvSpPr txBox="1"/>
            <p:nvPr/>
          </p:nvSpPr>
          <p:spPr>
            <a:xfrm>
              <a:off x="-12715679" y="-1671761"/>
              <a:ext cx="138076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/>
                <a:t>1</a:t>
              </a:r>
              <a:r>
                <a:rPr lang="ko-KR" altLang="en-US"/>
                <a:t>번</a:t>
              </a:r>
              <a:endParaRPr lang="ko-KR" altLang="en-US"/>
            </a:p>
          </p:txBody>
        </p:sp>
      </p:grpSp>
      <p:sp>
        <p:nvSpPr>
          <p:cNvPr id="19" name="직사각형 18"/>
          <p:cNvSpPr/>
          <p:nvPr/>
        </p:nvSpPr>
        <p:spPr>
          <a:xfrm>
            <a:off x="-13505809" y="-653302"/>
            <a:ext cx="3038506" cy="33686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-12676938" y="1942366"/>
            <a:ext cx="13807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/>
              <a:t>2</a:t>
            </a:r>
            <a:r>
              <a:rPr lang="ko-KR" altLang="en-US"/>
              <a:t>번</a:t>
            </a:r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-10021208" y="-592646"/>
            <a:ext cx="6340930" cy="33686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-9752853" y="1828066"/>
            <a:ext cx="59953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/>
              <a:t>-</a:t>
            </a:r>
            <a:endParaRPr lang="ko-KR" altLang="en-US"/>
          </a:p>
        </p:txBody>
      </p:sp>
      <p:pic>
        <p:nvPicPr>
          <p:cNvPr id="1034" name="Picture 10" descr="포함된 내용: Cryptopunks: Ultra-Detailed Cartoon"/>
          <p:cNvPicPr>
            <a:picLocks noChangeAspect="1" noChangeArrowheads="1"/>
          </p:cNvPicPr>
          <p:nvPr/>
        </p:nvPicPr>
        <p:blipFill rotWithShape="1">
          <a:blip r:embed="rId5"/>
          <a:srcRect l="37370" t="11040" r="41130" b="62260"/>
          <a:stretch>
            <a:fillRect/>
          </a:stretch>
        </p:blipFill>
        <p:spPr>
          <a:xfrm>
            <a:off x="-13149915" y="110392"/>
            <a:ext cx="2326719" cy="1619869"/>
          </a:xfrm>
          <a:prstGeom prst="rect">
            <a:avLst/>
          </a:prstGeom>
          <a:noFill/>
        </p:spPr>
      </p:pic>
      <p:sp>
        <p:nvSpPr>
          <p:cNvPr id="31" name="직사각형 30"/>
          <p:cNvSpPr/>
          <p:nvPr/>
        </p:nvSpPr>
        <p:spPr>
          <a:xfrm>
            <a:off x="12941935" y="-423282"/>
            <a:ext cx="3038506" cy="33686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036" name="Picture 12" descr="스토리 핀 이미지"/>
          <p:cNvPicPr>
            <a:picLocks noChangeAspect="1" noChangeArrowheads="1"/>
          </p:cNvPicPr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3586539" y="-136728"/>
            <a:ext cx="1749298" cy="2623948"/>
          </a:xfrm>
          <a:prstGeom prst="rect">
            <a:avLst/>
          </a:prstGeom>
          <a:noFill/>
        </p:spPr>
      </p:pic>
      <p:sp>
        <p:nvSpPr>
          <p:cNvPr id="33" name="직사각형 32"/>
          <p:cNvSpPr/>
          <p:nvPr/>
        </p:nvSpPr>
        <p:spPr>
          <a:xfrm>
            <a:off x="16409809" y="-364808"/>
            <a:ext cx="6340930" cy="33686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6783586" y="55132"/>
            <a:ext cx="1321889" cy="2313304"/>
          </a:xfrm>
          <a:prstGeom prst="rect">
            <a:avLst/>
          </a:prstGeom>
        </p:spPr>
      </p:pic>
      <p:sp>
        <p:nvSpPr>
          <p:cNvPr id="34" name="직사각형 33"/>
          <p:cNvSpPr/>
          <p:nvPr/>
        </p:nvSpPr>
        <p:spPr>
          <a:xfrm>
            <a:off x="12941935" y="3116081"/>
            <a:ext cx="3038506" cy="33686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6" name="직사각형 35"/>
          <p:cNvSpPr/>
          <p:nvPr/>
        </p:nvSpPr>
        <p:spPr>
          <a:xfrm>
            <a:off x="16372848" y="3174555"/>
            <a:ext cx="6340930" cy="33686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038" name="Picture 14" descr="스토리 핀 이미지"/>
          <p:cNvPicPr>
            <a:picLocks noChangeAspect="1" noChangeArrowheads="1"/>
          </p:cNvPicPr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13374724" y="3289348"/>
            <a:ext cx="2172928" cy="2710986"/>
          </a:xfrm>
          <a:prstGeom prst="rect">
            <a:avLst/>
          </a:prstGeom>
          <a:noFill/>
        </p:spPr>
      </p:pic>
      <p:pic>
        <p:nvPicPr>
          <p:cNvPr id="1040" name="Picture 16" descr="스토리 핀 이미지"/>
          <p:cNvPicPr>
            <a:picLocks noChangeAspect="1" noChangeArrowheads="1"/>
          </p:cNvPicPr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17433300" y="3257550"/>
            <a:ext cx="2110013" cy="2632492"/>
          </a:xfrm>
          <a:prstGeom prst="rect">
            <a:avLst/>
          </a:prstGeom>
          <a:noFill/>
        </p:spPr>
      </p:pic>
      <p:sp>
        <p:nvSpPr>
          <p:cNvPr id="1043" name="직사각형 33"/>
          <p:cNvSpPr/>
          <p:nvPr/>
        </p:nvSpPr>
        <p:spPr>
          <a:xfrm>
            <a:off x="12941941" y="6686550"/>
            <a:ext cx="3038506" cy="33686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44" name="직사각형 35"/>
          <p:cNvSpPr/>
          <p:nvPr/>
        </p:nvSpPr>
        <p:spPr>
          <a:xfrm>
            <a:off x="16430004" y="6745024"/>
            <a:ext cx="6340930" cy="33686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042" name="Picture 18" descr="https://i.pinimg.com/736x/42/6a/bd/426abdb9563b2aa595d7cffcce42f6d6.jpg"/>
          <p:cNvPicPr>
            <a:picLocks noChangeAspect="1" noChangeArrowheads="1"/>
          </p:cNvPicPr>
          <p:nvPr/>
        </p:nvPicPr>
        <p:blipFill rotWithShape="1">
          <a:blip r:embed="rId10"/>
          <a:srcRect t="46650"/>
          <a:stretch>
            <a:fillRect/>
          </a:stretch>
        </p:blipFill>
        <p:spPr>
          <a:xfrm>
            <a:off x="16679864" y="7037586"/>
            <a:ext cx="2203028" cy="2382560"/>
          </a:xfrm>
          <a:prstGeom prst="rect">
            <a:avLst/>
          </a:prstGeom>
          <a:noFill/>
        </p:spPr>
      </p:pic>
      <p:pic>
        <p:nvPicPr>
          <p:cNvPr id="1048" name=""/>
          <p:cNvPicPr>
            <a:picLocks noChangeAspect="1"/>
          </p:cNvPicPr>
          <p:nvPr/>
        </p:nvPicPr>
        <p:blipFill rotWithShape="1">
          <a:blip r:embed="rId11"/>
          <a:srcRect l="2660" r="69530" b="46770"/>
          <a:stretch>
            <a:fillRect/>
          </a:stretch>
        </p:blipFill>
        <p:spPr>
          <a:xfrm>
            <a:off x="13589657" y="7173672"/>
            <a:ext cx="1743074" cy="2357438"/>
          </a:xfrm>
          <a:prstGeom prst="rect">
            <a:avLst/>
          </a:prstGeom>
        </p:spPr>
      </p:pic>
      <p:sp>
        <p:nvSpPr>
          <p:cNvPr id="1052" name="TextBox 8"/>
          <p:cNvSpPr txBox="1"/>
          <p:nvPr/>
        </p:nvSpPr>
        <p:spPr>
          <a:xfrm>
            <a:off x="-9776959" y="1976314"/>
            <a:ext cx="59953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/>
              <a:t>LED</a:t>
            </a:r>
            <a:r>
              <a:rPr lang="ko-KR" altLang="en-US"/>
              <a:t>로 광고 출력</a:t>
            </a:r>
            <a:endParaRPr lang="ko-KR" altLang="en-US"/>
          </a:p>
        </p:txBody>
      </p:sp>
      <p:sp>
        <p:nvSpPr>
          <p:cNvPr id="1053" name="TextBox 8"/>
          <p:cNvSpPr txBox="1"/>
          <p:nvPr/>
        </p:nvSpPr>
        <p:spPr>
          <a:xfrm>
            <a:off x="16751746" y="2426733"/>
            <a:ext cx="59953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/>
              <a:t>식물이 희귀한 컨셉을 보여주기 위한 식물 출력</a:t>
            </a:r>
            <a:endParaRPr lang="ko-KR" altLang="en-US"/>
          </a:p>
        </p:txBody>
      </p:sp>
      <p:sp>
        <p:nvSpPr>
          <p:cNvPr id="1054" name="TextBox 8"/>
          <p:cNvSpPr txBox="1"/>
          <p:nvPr/>
        </p:nvSpPr>
        <p:spPr>
          <a:xfrm>
            <a:off x="16618396" y="5889070"/>
            <a:ext cx="5995308" cy="347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700"/>
              <a:t>하루 </a:t>
            </a:r>
            <a:r>
              <a:rPr lang="en-US" altLang="ko-KR" sz="1700"/>
              <a:t>1</a:t>
            </a:r>
            <a:r>
              <a:rPr lang="ko-KR" altLang="en-US" sz="1700"/>
              <a:t>회 뽑기 가능</a:t>
            </a:r>
            <a:r>
              <a:rPr lang="en-US" altLang="ko-KR" sz="1700"/>
              <a:t>.</a:t>
            </a:r>
            <a:r>
              <a:rPr lang="ko-KR" altLang="en-US" sz="1700"/>
              <a:t> 마음에 드는 손님을</a:t>
            </a:r>
            <a:r>
              <a:rPr lang="en-US" altLang="ko-KR" sz="1700"/>
              <a:t> </a:t>
            </a:r>
            <a:r>
              <a:rPr lang="ko-KR" altLang="en-US" sz="1700"/>
              <a:t>위해 알바생 특권</a:t>
            </a:r>
            <a:endParaRPr lang="ko-KR" altLang="en-US" sz="1700"/>
          </a:p>
        </p:txBody>
      </p:sp>
      <p:sp>
        <p:nvSpPr>
          <p:cNvPr id="1055" name="TextBox 8"/>
          <p:cNvSpPr txBox="1"/>
          <p:nvPr/>
        </p:nvSpPr>
        <p:spPr>
          <a:xfrm>
            <a:off x="16651740" y="9483353"/>
            <a:ext cx="5995308" cy="639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/>
              <a:t>플레이어가 음료를 내주면 손님에게 내어준 칵테일과</a:t>
            </a:r>
            <a:endParaRPr lang="ko-KR" altLang="en-US"/>
          </a:p>
          <a:p>
            <a:pPr algn="ctr">
              <a:defRPr/>
            </a:pPr>
            <a:r>
              <a:rPr lang="ko-KR" altLang="en-US"/>
              <a:t>손님 반응에 따라 로봇이 표정 출력</a:t>
            </a:r>
            <a:endParaRPr lang="ko-KR" altLang="en-US"/>
          </a:p>
        </p:txBody>
      </p:sp>
      <p:pic>
        <p:nvPicPr>
          <p:cNvPr id="1057" name=""/>
          <p:cNvPicPr>
            <a:picLocks noChangeAspect="1"/>
          </p:cNvPicPr>
          <p:nvPr/>
        </p:nvPicPr>
        <p:blipFill rotWithShape="1">
          <a:blip r:embed="rId12"/>
          <a:srcRect t="55420"/>
          <a:stretch>
            <a:fillRect/>
          </a:stretch>
        </p:blipFill>
        <p:spPr>
          <a:xfrm>
            <a:off x="18967448" y="8041492"/>
            <a:ext cx="1746834" cy="1373719"/>
          </a:xfrm>
          <a:prstGeom prst="rect">
            <a:avLst/>
          </a:prstGeom>
        </p:spPr>
      </p:pic>
      <p:pic>
        <p:nvPicPr>
          <p:cNvPr id="1058" name=""/>
          <p:cNvPicPr>
            <a:picLocks noChangeAspect="1"/>
          </p:cNvPicPr>
          <p:nvPr/>
        </p:nvPicPr>
        <p:blipFill rotWithShape="1">
          <a:blip r:embed="rId13"/>
          <a:srcRect l="2630" t="1350" r="-2630" b="54070"/>
          <a:stretch>
            <a:fillRect/>
          </a:stretch>
        </p:blipFill>
        <p:spPr>
          <a:xfrm>
            <a:off x="20564476" y="7003269"/>
            <a:ext cx="1904997" cy="1498099"/>
          </a:xfrm>
          <a:prstGeom prst="rect">
            <a:avLst/>
          </a:prstGeom>
        </p:spPr>
      </p:pic>
      <p:sp>
        <p:nvSpPr>
          <p:cNvPr id="1061" name="직사각형 11"/>
          <p:cNvSpPr/>
          <p:nvPr/>
        </p:nvSpPr>
        <p:spPr>
          <a:xfrm>
            <a:off x="16444009" y="-4037237"/>
            <a:ext cx="6340930" cy="33686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63" name="TextBox 8"/>
          <p:cNvSpPr txBox="1"/>
          <p:nvPr/>
        </p:nvSpPr>
        <p:spPr>
          <a:xfrm>
            <a:off x="16616820" y="-1355844"/>
            <a:ext cx="5995308" cy="64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/>
              <a:t>과거 크리스와 전대 사장이 같이 본 풍경</a:t>
            </a:r>
            <a:endParaRPr lang="ko-KR" altLang="en-US"/>
          </a:p>
          <a:p>
            <a:pPr algn="ctr">
              <a:defRPr/>
            </a:pPr>
            <a:r>
              <a:rPr lang="ko-KR" altLang="en-US"/>
              <a:t>가운데에 남자 </a:t>
            </a:r>
            <a:r>
              <a:rPr lang="en-US" altLang="ko-KR"/>
              <a:t>2</a:t>
            </a:r>
            <a:r>
              <a:rPr lang="ko-KR" altLang="en-US"/>
              <a:t>명의 실루엣 출력</a:t>
            </a:r>
            <a:r>
              <a:rPr lang="en-US" altLang="ko-KR"/>
              <a:t>[</a:t>
            </a:r>
            <a:r>
              <a:rPr lang="ko-KR" altLang="en-US"/>
              <a:t>남자 한명은 </a:t>
            </a:r>
            <a:r>
              <a:rPr lang="en-US" altLang="ko-KR"/>
              <a:t>LED</a:t>
            </a:r>
            <a:r>
              <a:rPr lang="ko-KR" altLang="en-US"/>
              <a:t> 나감</a:t>
            </a:r>
            <a:r>
              <a:rPr lang="en-US" altLang="ko-KR"/>
              <a:t>]</a:t>
            </a:r>
            <a:endParaRPr lang="en-US" altLang="ko-KR"/>
          </a:p>
        </p:txBody>
      </p:sp>
      <p:sp>
        <p:nvSpPr>
          <p:cNvPr id="1065" name="직사각형 5"/>
          <p:cNvSpPr/>
          <p:nvPr/>
        </p:nvSpPr>
        <p:spPr>
          <a:xfrm>
            <a:off x="12959407" y="-4037237"/>
            <a:ext cx="3038506" cy="33686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68" name=""/>
          <p:cNvSpPr/>
          <p:nvPr/>
        </p:nvSpPr>
        <p:spPr>
          <a:xfrm>
            <a:off x="-13549315" y="-5595937"/>
            <a:ext cx="9906000" cy="1190625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3600" b="1">
                <a:solidFill>
                  <a:schemeClr val="tx1"/>
                </a:solidFill>
              </a:rPr>
              <a:t>오브젝트  </a:t>
            </a:r>
            <a:endParaRPr lang="ko-KR" altLang="en-US" sz="3600" b="1">
              <a:solidFill>
                <a:schemeClr val="tx1"/>
              </a:solidFill>
            </a:endParaRPr>
          </a:p>
        </p:txBody>
      </p:sp>
      <p:pic>
        <p:nvPicPr>
          <p:cNvPr id="1030" name="Picture 6" descr="스토리 핀 이미지"/>
          <p:cNvPicPr>
            <a:picLocks noChangeAspect="1" noChangeArrowheads="1"/>
          </p:cNvPicPr>
          <p:nvPr/>
        </p:nvPicPr>
        <p:blipFill rotWithShape="1">
          <a:blip r:embed="rId14"/>
          <a:srcRect l="22940" t="22300" r="15370" b="43300"/>
          <a:stretch>
            <a:fillRect/>
          </a:stretch>
        </p:blipFill>
        <p:spPr>
          <a:xfrm>
            <a:off x="13454062" y="-3544095"/>
            <a:ext cx="1987987" cy="2031775"/>
          </a:xfrm>
          <a:prstGeom prst="rect">
            <a:avLst/>
          </a:prstGeom>
          <a:noFill/>
        </p:spPr>
      </p:pic>
      <p:pic>
        <p:nvPicPr>
          <p:cNvPr id="1059" name=""/>
          <p:cNvPicPr>
            <a:picLocks noChangeAspect="1"/>
          </p:cNvPicPr>
          <p:nvPr/>
        </p:nvPicPr>
        <p:blipFill rotWithShape="1">
          <a:blip r:embed="rId15"/>
          <a:srcRect b="41530"/>
          <a:stretch>
            <a:fillRect/>
          </a:stretch>
        </p:blipFill>
        <p:spPr>
          <a:xfrm>
            <a:off x="17599068" y="-3773484"/>
            <a:ext cx="4030813" cy="2235200"/>
          </a:xfrm>
          <a:prstGeom prst="rect">
            <a:avLst/>
          </a:prstGeom>
        </p:spPr>
      </p:pic>
      <p:pic>
        <p:nvPicPr>
          <p:cNvPr id="1076" name=""/>
          <p:cNvPicPr>
            <a:picLocks noChangeAspect="1"/>
          </p:cNvPicPr>
          <p:nvPr/>
        </p:nvPicPr>
        <p:blipFill rotWithShape="1">
          <a:blip r:embed="rId16"/>
          <a:srcRect t="25140" b="36350"/>
          <a:stretch>
            <a:fillRect/>
          </a:stretch>
        </p:blipFill>
        <p:spPr>
          <a:xfrm>
            <a:off x="18132418" y="159907"/>
            <a:ext cx="4341131" cy="1672161"/>
          </a:xfrm>
          <a:prstGeom prst="rect">
            <a:avLst/>
          </a:prstGeom>
        </p:spPr>
      </p:pic>
      <p:pic>
        <p:nvPicPr>
          <p:cNvPr id="1078" name="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-7187820" y="-2412439"/>
            <a:ext cx="2999302" cy="800565"/>
          </a:xfrm>
          <a:prstGeom prst="rect">
            <a:avLst/>
          </a:prstGeom>
        </p:spPr>
      </p:pic>
      <p:pic>
        <p:nvPicPr>
          <p:cNvPr id="1079" name="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-8413747" y="-104775"/>
            <a:ext cx="3111499" cy="1991359"/>
          </a:xfrm>
          <a:prstGeom prst="rect">
            <a:avLst/>
          </a:prstGeom>
        </p:spPr>
      </p:pic>
      <p:sp>
        <p:nvSpPr>
          <p:cNvPr id="1080" name=""/>
          <p:cNvSpPr/>
          <p:nvPr/>
        </p:nvSpPr>
        <p:spPr>
          <a:xfrm>
            <a:off x="12955585" y="-5602291"/>
            <a:ext cx="9906000" cy="1190625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3600" b="1">
                <a:solidFill>
                  <a:schemeClr val="tx1"/>
                </a:solidFill>
              </a:rPr>
              <a:t>상호작용 </a:t>
            </a:r>
            <a:endParaRPr lang="ko-KR" altLang="en-US" sz="3600" b="1">
              <a:solidFill>
                <a:schemeClr val="tx1"/>
              </a:solidFill>
            </a:endParaRPr>
          </a:p>
        </p:txBody>
      </p:sp>
      <p:sp>
        <p:nvSpPr>
          <p:cNvPr id="1081" name="직사각형 18"/>
          <p:cNvSpPr/>
          <p:nvPr/>
        </p:nvSpPr>
        <p:spPr>
          <a:xfrm>
            <a:off x="-13472471" y="2880473"/>
            <a:ext cx="3038506" cy="33686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82" name="TextBox 20"/>
          <p:cNvSpPr txBox="1"/>
          <p:nvPr/>
        </p:nvSpPr>
        <p:spPr>
          <a:xfrm>
            <a:off x="-12643600" y="5476141"/>
            <a:ext cx="13807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/>
              <a:t>2</a:t>
            </a:r>
            <a:r>
              <a:rPr lang="ko-KR" altLang="en-US"/>
              <a:t>번</a:t>
            </a:r>
            <a:endParaRPr lang="ko-KR" altLang="en-US"/>
          </a:p>
        </p:txBody>
      </p:sp>
      <p:sp>
        <p:nvSpPr>
          <p:cNvPr id="1083" name="직사각형 22"/>
          <p:cNvSpPr/>
          <p:nvPr/>
        </p:nvSpPr>
        <p:spPr>
          <a:xfrm>
            <a:off x="-9987870" y="2941129"/>
            <a:ext cx="6340930" cy="33686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84" name="TextBox 24"/>
          <p:cNvSpPr txBox="1"/>
          <p:nvPr/>
        </p:nvSpPr>
        <p:spPr>
          <a:xfrm>
            <a:off x="-9719515" y="5361841"/>
            <a:ext cx="59953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/>
              <a:t>-</a:t>
            </a:r>
            <a:endParaRPr lang="ko-KR" altLang="en-US"/>
          </a:p>
        </p:txBody>
      </p:sp>
      <p:sp>
        <p:nvSpPr>
          <p:cNvPr id="1086" name="TextBox 8"/>
          <p:cNvSpPr txBox="1"/>
          <p:nvPr/>
        </p:nvSpPr>
        <p:spPr>
          <a:xfrm>
            <a:off x="-9743621" y="5510089"/>
            <a:ext cx="59953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/>
              <a:t>손님 발소리 출력 모니터</a:t>
            </a:r>
            <a:r>
              <a:rPr lang="en-US" altLang="ko-KR"/>
              <a:t>? TV?&gt;</a:t>
            </a:r>
            <a:endParaRPr lang="en-US" altLang="ko-KR"/>
          </a:p>
        </p:txBody>
      </p:sp>
      <p:pic>
        <p:nvPicPr>
          <p:cNvPr id="1088" name="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-8805865" y="3429000"/>
            <a:ext cx="4166496" cy="20906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66</ep:Words>
  <ep:PresentationFormat>와이드스크린</ep:PresentationFormat>
  <ep:Paragraphs>14</ep:Paragraphs>
  <ep:Slides>1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ep:HeadingPairs>
  <ep:TitlesOfParts>
    <vt:vector size="2" baseType="lpstr">
      <vt:lpstr>Office 테마</vt:lpstr>
      <vt:lpstr>슬라이드 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2026-04-08T01:16:22.000</dcterms:created>
  <dc:creator>hyeon2-400</dc:creator>
  <cp:lastModifiedBy>hyeon2-400</cp:lastModifiedBy>
  <dcterms:modified xsi:type="dcterms:W3CDTF">2026-04-08T03:16:52.521</dcterms:modified>
  <cp:revision>40</cp:revision>
  <dc:title>PowerPoint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