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8287" autoAdjust="0"/>
  </p:normalViewPr>
  <p:slideViewPr>
    <p:cSldViewPr snapToGrid="0">
      <p:cViewPr varScale="1">
        <p:scale>
          <a:sx n="67" d="100"/>
          <a:sy n="67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3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32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11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1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72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21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7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97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31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2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C028-20FC-4CD0-B21E-8342582CEAE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2F31E-D20F-477E-B348-90969C8D55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7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B </a:t>
            </a:r>
            <a:r>
              <a:rPr lang="ko-KR" altLang="en-US" dirty="0" smtClean="0"/>
              <a:t>구역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74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42" y="0"/>
            <a:ext cx="12172317" cy="6858000"/>
          </a:xfrm>
          <a:prstGeom prst="rect">
            <a:avLst/>
          </a:prstGeom>
        </p:spPr>
      </p:pic>
      <p:sp>
        <p:nvSpPr>
          <p:cNvPr id="5" name="액자 4"/>
          <p:cNvSpPr/>
          <p:nvPr/>
        </p:nvSpPr>
        <p:spPr>
          <a:xfrm>
            <a:off x="6921500" y="3683000"/>
            <a:ext cx="1524000" cy="2425700"/>
          </a:xfrm>
          <a:prstGeom prst="frame">
            <a:avLst>
              <a:gd name="adj1" fmla="val 833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10083800" y="3340100"/>
            <a:ext cx="1524000" cy="2425700"/>
          </a:xfrm>
          <a:prstGeom prst="frame">
            <a:avLst>
              <a:gd name="adj1" fmla="val 833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6400" y="4183618"/>
            <a:ext cx="166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셔터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1650" y="3814286"/>
            <a:ext cx="166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>
                <a:solidFill>
                  <a:schemeClr val="bg1"/>
                </a:solidFill>
              </a:rPr>
              <a:t>자판기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83800" y="3297872"/>
            <a:ext cx="166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손금기계</a:t>
            </a:r>
            <a:endParaRPr lang="en-US" altLang="ko-KR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8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36830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분위기 및 건물 참고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H="1">
            <a:off x="7540763" y="1235259"/>
            <a:ext cx="2764798" cy="184008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682617" y="1235259"/>
            <a:ext cx="3451462" cy="1828453"/>
          </a:xfrm>
          <a:prstGeom prst="rect">
            <a:avLst/>
          </a:prstGeom>
        </p:spPr>
      </p:pic>
      <p:grpSp>
        <p:nvGrpSpPr>
          <p:cNvPr id="14" name="그룹 13"/>
          <p:cNvGrpSpPr/>
          <p:nvPr/>
        </p:nvGrpSpPr>
        <p:grpSpPr>
          <a:xfrm>
            <a:off x="3466717" y="3796451"/>
            <a:ext cx="7912483" cy="1660985"/>
            <a:chOff x="3682617" y="3406315"/>
            <a:chExt cx="8461541" cy="181226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6956091" y="3406316"/>
              <a:ext cx="2862854" cy="1812267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 flipH="1">
              <a:off x="9879764" y="3406315"/>
              <a:ext cx="2264394" cy="1812267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 flipH="1">
              <a:off x="3682617" y="3406316"/>
              <a:ext cx="3212655" cy="1812267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571500" y="1235259"/>
            <a:ext cx="2476500" cy="4960136"/>
            <a:chOff x="-3058192" y="974067"/>
            <a:chExt cx="3763417" cy="779606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-3058192" y="4999607"/>
              <a:ext cx="3763416" cy="3770529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-3058192" y="974067"/>
              <a:ext cx="3763417" cy="37705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212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36830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바닥에 있는 </a:t>
            </a:r>
            <a:r>
              <a:rPr lang="ko-KR" altLang="en-US" dirty="0" smtClean="0"/>
              <a:t>오브젝트</a:t>
            </a:r>
            <a:endParaRPr lang="ko-KR" altLang="en-US" dirty="0"/>
          </a:p>
        </p:txBody>
      </p:sp>
      <p:pic>
        <p:nvPicPr>
          <p:cNvPr id="16" name="Picture 16" descr="스토리 핀 이미지"/>
          <p:cNvPicPr>
            <a:picLocks noChangeAspect="1" noChangeArrowheads="1"/>
          </p:cNvPicPr>
          <p:nvPr/>
        </p:nvPicPr>
        <p:blipFill rotWithShape="1">
          <a:blip r:embed="rId2"/>
          <a:srcRect t="64710" r="-890"/>
          <a:stretch>
            <a:fillRect/>
          </a:stretch>
        </p:blipFill>
        <p:spPr>
          <a:xfrm>
            <a:off x="642347" y="1866900"/>
            <a:ext cx="5141505" cy="2527669"/>
          </a:xfrm>
          <a:prstGeom prst="rect">
            <a:avLst/>
          </a:prstGeom>
          <a:noFill/>
        </p:spPr>
      </p:pic>
      <p:pic>
        <p:nvPicPr>
          <p:cNvPr id="17" name="Picture 18" descr="스토리 핀 이미지"/>
          <p:cNvPicPr>
            <a:picLocks noChangeAspect="1" noChangeArrowheads="1"/>
          </p:cNvPicPr>
          <p:nvPr/>
        </p:nvPicPr>
        <p:blipFill rotWithShape="1">
          <a:blip r:embed="rId3"/>
          <a:srcRect t="71890"/>
          <a:stretch>
            <a:fillRect/>
          </a:stretch>
        </p:blipFill>
        <p:spPr>
          <a:xfrm>
            <a:off x="6113503" y="1853232"/>
            <a:ext cx="5067850" cy="2541337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571500" y="1117600"/>
            <a:ext cx="488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약과 </a:t>
            </a:r>
            <a:r>
              <a:rPr lang="ko-KR" altLang="en-US" dirty="0" err="1" smtClean="0"/>
              <a:t>전기줄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찢어진 종이 등 </a:t>
            </a:r>
            <a:r>
              <a:rPr lang="ko-KR" altLang="en-US" dirty="0" err="1" smtClean="0"/>
              <a:t>널부러져</a:t>
            </a:r>
            <a:r>
              <a:rPr lang="ko-KR" altLang="en-US" dirty="0" smtClean="0"/>
              <a:t>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469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36830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간판 레퍼런스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1500" y="1117600"/>
            <a:ext cx="488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글보단 그림으로 광고</a:t>
            </a:r>
            <a:endParaRPr lang="ko-KR" altLang="en-US" dirty="0"/>
          </a:p>
        </p:txBody>
      </p:sp>
      <p:pic>
        <p:nvPicPr>
          <p:cNvPr id="6" name="Picture 2" descr="https://i.pinimg.com/736x/c8/3b/72/c83b720115326190d0f659e0093e1777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47071"/>
            <a:ext cx="3191772" cy="3989716"/>
          </a:xfrm>
          <a:prstGeom prst="rect">
            <a:avLst/>
          </a:prstGeom>
          <a:noFill/>
        </p:spPr>
      </p:pic>
      <p:pic>
        <p:nvPicPr>
          <p:cNvPr id="7" name="Picture 2" descr="https://i.pinimg.com/736x/ad/e6/a6/ade6a6ca60c0e53446f26bf9dda47de4.jpg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982164" y="1768542"/>
            <a:ext cx="2021380" cy="2021380"/>
          </a:xfrm>
          <a:prstGeom prst="rect">
            <a:avLst/>
          </a:prstGeom>
          <a:noFill/>
        </p:spPr>
      </p:pic>
      <p:pic>
        <p:nvPicPr>
          <p:cNvPr id="8" name="Picture 4" descr="https://i.pinimg.com/736x/7e/d9/1b/7ed91b4a8a5187bfcfb22359f244f6ee.jpg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00489" y="4020847"/>
            <a:ext cx="2286270" cy="1714703"/>
          </a:xfrm>
          <a:prstGeom prst="rect">
            <a:avLst/>
          </a:prstGeom>
          <a:noFill/>
        </p:spPr>
      </p:pic>
      <p:pic>
        <p:nvPicPr>
          <p:cNvPr id="9" name="Picture 6" descr="https://i.pinimg.com/736x/b6/e2/b0/b6e2b06588de1bdfb8de5721504af26c.jpg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86759" y="1768542"/>
            <a:ext cx="2541707" cy="25417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68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36830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셔터 레퍼런스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1117600"/>
            <a:ext cx="488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dirty="0"/>
              <a:t>한국식 옛 셔터를 써서 한국 느낌 강조</a:t>
            </a:r>
            <a:endParaRPr lang="ko-KR" altLang="en-US" dirty="0"/>
          </a:p>
        </p:txBody>
      </p:sp>
      <p:pic>
        <p:nvPicPr>
          <p:cNvPr id="10" name="Picture 4" descr="https://i.pinimg.com/736x/db/ef/c7/dbefc70e07f6cab818ef6390af9084f0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4544" y="1730164"/>
            <a:ext cx="2993304" cy="3989716"/>
          </a:xfrm>
          <a:prstGeom prst="rect">
            <a:avLst/>
          </a:prstGeom>
          <a:noFill/>
        </p:spPr>
      </p:pic>
      <p:pic>
        <p:nvPicPr>
          <p:cNvPr id="11" name="Picture 14" descr="https://search.pstatic.net/sunny/?src=https%3A%2F%2Fmediahub.seoul.go.kr%2Fuploads%2Fmediahub%2F2021%2F02%2F22327efa22c242b99378cd682a7fd75c.jpg&amp;type=sc960_832"/>
          <p:cNvPicPr>
            <a:picLocks noChangeAspect="1" noChangeArrowheads="1"/>
          </p:cNvPicPr>
          <p:nvPr/>
        </p:nvPicPr>
        <p:blipFill rotWithShape="1">
          <a:blip r:embed="rId3"/>
          <a:srcRect r="53920"/>
          <a:stretch>
            <a:fillRect/>
          </a:stretch>
        </p:blipFill>
        <p:spPr>
          <a:xfrm>
            <a:off x="4312434" y="1730164"/>
            <a:ext cx="2795422" cy="4038754"/>
          </a:xfrm>
          <a:prstGeom prst="rect">
            <a:avLst/>
          </a:prstGeom>
          <a:noFill/>
        </p:spPr>
      </p:pic>
      <p:sp>
        <p:nvSpPr>
          <p:cNvPr id="13" name="액자 12"/>
          <p:cNvSpPr/>
          <p:nvPr/>
        </p:nvSpPr>
        <p:spPr>
          <a:xfrm>
            <a:off x="951048" y="3858482"/>
            <a:ext cx="954400" cy="2046654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액자 13"/>
          <p:cNvSpPr/>
          <p:nvPr/>
        </p:nvSpPr>
        <p:spPr>
          <a:xfrm>
            <a:off x="5316917" y="2777930"/>
            <a:ext cx="1197069" cy="2046654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26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368300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오브젝트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1500" y="1117600"/>
            <a:ext cx="488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dirty="0" smtClean="0"/>
              <a:t>한국식 손금 기계</a:t>
            </a:r>
            <a:endParaRPr lang="ko-KR" altLang="en-US" dirty="0"/>
          </a:p>
        </p:txBody>
      </p:sp>
      <p:pic>
        <p:nvPicPr>
          <p:cNvPr id="8" name="Picture 6" descr="스토리 핀 이미지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25978"/>
            <a:ext cx="2307859" cy="4038754"/>
          </a:xfrm>
          <a:prstGeom prst="rect">
            <a:avLst/>
          </a:prstGeom>
          <a:noFill/>
        </p:spPr>
      </p:pic>
      <p:pic>
        <p:nvPicPr>
          <p:cNvPr id="9" name="Picture 12" descr="https://search.pstatic.net/common/?src=http%3A%2F%2Fimage.nmv.naver.net%2Fcafe_2020_11_29_1445%2F233f436d-31a7-11eb-8fed-a0369ff94ed0_01.jpg&amp;type=sc960_832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016250" y="1625978"/>
            <a:ext cx="2271799" cy="4038754"/>
          </a:xfrm>
          <a:prstGeom prst="rect">
            <a:avLst/>
          </a:prstGeom>
          <a:noFill/>
        </p:spPr>
      </p:pic>
      <p:pic>
        <p:nvPicPr>
          <p:cNvPr id="12" name="Picture 20" descr="https://i.pinimg.com/736x/98/af/43/98af43a0bf07bbc094f9d89170e07824.jpg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5112" y="2951385"/>
            <a:ext cx="2666252" cy="2713347"/>
          </a:xfrm>
          <a:prstGeom prst="rect">
            <a:avLst/>
          </a:prstGeom>
          <a:noFill/>
        </p:spPr>
      </p:pic>
      <p:pic>
        <p:nvPicPr>
          <p:cNvPr id="15" name="Picture 22" descr="https://i.pinimg.com/736x/b3/a9/7c/b3a97c3f6846b43d95c920fc1b4f51bb.jpg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76862" y="1684337"/>
            <a:ext cx="2641707" cy="2641708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6220362" y="1152132"/>
            <a:ext cx="488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dirty="0" smtClean="0"/>
              <a:t>자판기 레퍼런스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978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</Words>
  <Application>Microsoft Office PowerPoint</Application>
  <PresentationFormat>와이드스크린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 구역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구역 </dc:title>
  <dc:creator>hyeon2-400</dc:creator>
  <cp:lastModifiedBy>hyeon2-400</cp:lastModifiedBy>
  <cp:revision>3</cp:revision>
  <dcterms:created xsi:type="dcterms:W3CDTF">2026-04-08T07:42:49Z</dcterms:created>
  <dcterms:modified xsi:type="dcterms:W3CDTF">2026-04-08T07:49:17Z</dcterms:modified>
</cp:coreProperties>
</file>