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67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81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01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638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07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25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84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244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61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056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91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81ECC-A18B-49E1-8A6E-B5401F0054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58B6F-441A-49F6-B8AE-C9E1F58D6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90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microsoft.com/office/2007/relationships/hdphoto" Target="../media/hdphoto1.wdp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12" Type="http://schemas.openxmlformats.org/officeDocument/2006/relationships/image" Target="../media/image41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11" Type="http://schemas.openxmlformats.org/officeDocument/2006/relationships/image" Target="../media/image40.jpeg"/><Relationship Id="rId5" Type="http://schemas.openxmlformats.org/officeDocument/2006/relationships/image" Target="../media/image34.gif"/><Relationship Id="rId10" Type="http://schemas.openxmlformats.org/officeDocument/2006/relationships/image" Target="../media/image39.jpeg"/><Relationship Id="rId4" Type="http://schemas.openxmlformats.org/officeDocument/2006/relationships/image" Target="../media/image33.jpeg"/><Relationship Id="rId9" Type="http://schemas.openxmlformats.org/officeDocument/2006/relationships/image" Target="../media/image3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microsoft.com/office/2007/relationships/hdphoto" Target="../media/hdphoto1.wdp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C</a:t>
            </a:r>
            <a:r>
              <a:rPr lang="ko-KR" altLang="en-US" dirty="0" smtClean="0"/>
              <a:t>구역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4133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78080" y="2290704"/>
            <a:ext cx="4107781" cy="371462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45920" y="2290704"/>
            <a:ext cx="5369509" cy="371462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78080" y="233544"/>
            <a:ext cx="10835840" cy="16659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040" indent="-257040" algn="l">
              <a:lnSpc>
                <a:spcPct val="200000"/>
              </a:lnSpc>
              <a:buFont typeface="Arial"/>
              <a:buChar char="•"/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멀리보이는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롯데타워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(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지상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123층)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보다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더 큰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빌딩이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옆에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보여야한다</a:t>
            </a:r>
            <a:endParaRPr sz="1800" b="0" i="0" strike="noStrike" dirty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marL="257040" indent="-257040" algn="l">
              <a:lnSpc>
                <a:spcPct val="200000"/>
              </a:lnSpc>
              <a:buFont typeface="Arial"/>
              <a:buChar char="•"/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주변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빌딩의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평균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층수는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70~90층</a:t>
            </a:r>
          </a:p>
          <a:p>
            <a:pPr marL="257040" indent="-257040" algn="l">
              <a:lnSpc>
                <a:spcPct val="200000"/>
              </a:lnSpc>
              <a:buFont typeface="Arial"/>
              <a:buChar char="•"/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자기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부상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자동차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,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높은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곳을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지나다니는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열차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,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기업들의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빌딩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숲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사이로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우뚝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솟아있는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메가코프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빌딩</a:t>
            </a:r>
            <a:endParaRPr sz="1800" b="0" i="0" strike="noStrike" dirty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09708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73170" t="35860" r="980" b="4050"/>
          <a:stretch>
            <a:fillRect/>
          </a:stretch>
        </p:blipFill>
        <p:spPr>
          <a:xfrm>
            <a:off x="7244151" y="1676598"/>
            <a:ext cx="1695614" cy="51572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16010" t="33980" r="53960" b="5930"/>
          <a:stretch>
            <a:fillRect/>
          </a:stretch>
        </p:blipFill>
        <p:spPr>
          <a:xfrm>
            <a:off x="3247594" y="1676598"/>
            <a:ext cx="1969962" cy="515726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l="33850" t="17820" r="41670" b="16490"/>
          <a:stretch>
            <a:fillRect/>
          </a:stretch>
        </p:blipFill>
        <p:spPr>
          <a:xfrm>
            <a:off x="5277980" y="-104774"/>
            <a:ext cx="1966169" cy="696277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 l="28440" t="400" r="33500" b="-400"/>
          <a:stretch>
            <a:fillRect/>
          </a:stretch>
        </p:blipFill>
        <p:spPr>
          <a:xfrm>
            <a:off x="4382099" y="1040461"/>
            <a:ext cx="1670918" cy="57934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l="25880" r="25880"/>
          <a:stretch>
            <a:fillRect/>
          </a:stretch>
        </p:blipFill>
        <p:spPr>
          <a:xfrm flipH="1">
            <a:off x="6466175" y="1727161"/>
            <a:ext cx="1921750" cy="510669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765801">
            <a:off x="4328407" y="1840009"/>
            <a:ext cx="984981" cy="76731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9662952" flipH="1">
            <a:off x="6845609" y="3127174"/>
            <a:ext cx="797082" cy="45059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235366" y="1628105"/>
            <a:ext cx="780684" cy="114263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985438" y="2515648"/>
            <a:ext cx="1069962" cy="167364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41010" t="53510" r="23840" b="7990"/>
          <a:stretch>
            <a:fillRect/>
          </a:stretch>
        </p:blipFill>
        <p:spPr>
          <a:xfrm>
            <a:off x="8705901" y="3529494"/>
            <a:ext cx="2304999" cy="330436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rcRect l="41010" t="53510" r="23840" b="7990"/>
          <a:stretch>
            <a:fillRect/>
          </a:stretch>
        </p:blipFill>
        <p:spPr>
          <a:xfrm>
            <a:off x="960884" y="3513401"/>
            <a:ext cx="2304999" cy="330436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rcRect l="38780" t="40190" r="26070" b="40550"/>
          <a:stretch>
            <a:fillRect/>
          </a:stretch>
        </p:blipFill>
        <p:spPr>
          <a:xfrm>
            <a:off x="933450" y="2284977"/>
            <a:ext cx="2304999" cy="1652182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8"/>
          <a:srcRect l="18750" t="11590" r="46220" b="68600"/>
          <a:stretch>
            <a:fillRect/>
          </a:stretch>
        </p:blipFill>
        <p:spPr>
          <a:xfrm>
            <a:off x="5464089" y="2199420"/>
            <a:ext cx="1179306" cy="8799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207354" y="4254677"/>
            <a:ext cx="1199185" cy="1332686"/>
          </a:xfrm>
          <a:prstGeom prst="rect">
            <a:avLst/>
          </a:prstGeom>
        </p:spPr>
      </p:pic>
      <p:pic>
        <p:nvPicPr>
          <p:cNvPr id="1026" name="Picture 2" descr="https://i.pinimg.com/736x/bf/d0/63/bfd063817e05e4dac6ad6ac0cb75d026.jp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783" b="99592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713" t="33447" r="1"/>
          <a:stretch/>
        </p:blipFill>
        <p:spPr bwMode="auto">
          <a:xfrm>
            <a:off x="8806936" y="2223666"/>
            <a:ext cx="3385064" cy="466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https://i.pinimg.com/736x/bf/d0/63/bfd063817e05e4dac6ad6ac0cb75d026.jp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783" b="99592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713" t="33447" r="1"/>
          <a:stretch/>
        </p:blipFill>
        <p:spPr bwMode="auto">
          <a:xfrm flipH="1">
            <a:off x="-20896" y="2568061"/>
            <a:ext cx="3135196" cy="4321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8"/>
          <p:cNvSpPr txBox="1"/>
          <p:nvPr/>
        </p:nvSpPr>
        <p:spPr>
          <a:xfrm>
            <a:off x="149346" y="210751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ko-KR" altLang="en-US"/>
              <a:t>화면 전체적인 분위기</a:t>
            </a:r>
            <a:r>
              <a:rPr lang="en-US" altLang="ko-KR"/>
              <a:t>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66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5"/>
          <p:cNvSpPr txBox="1"/>
          <p:nvPr/>
        </p:nvSpPr>
        <p:spPr>
          <a:xfrm>
            <a:off x="198518" y="123763"/>
            <a:ext cx="241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ko-KR" altLang="en-US" dirty="0" smtClean="0"/>
              <a:t>주요 건물 </a:t>
            </a:r>
            <a:r>
              <a:rPr lang="ko-KR" altLang="en-US" dirty="0"/>
              <a:t>참고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476" y="1597448"/>
            <a:ext cx="2362668" cy="354400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89"/>
          <a:stretch/>
        </p:blipFill>
        <p:spPr>
          <a:xfrm>
            <a:off x="6763660" y="1959493"/>
            <a:ext cx="2362668" cy="3377370"/>
          </a:xfrm>
          <a:prstGeom prst="rect">
            <a:avLst/>
          </a:prstGeom>
        </p:spPr>
      </p:pic>
      <p:cxnSp>
        <p:nvCxnSpPr>
          <p:cNvPr id="9" name="직선 연결선 8"/>
          <p:cNvCxnSpPr/>
          <p:nvPr/>
        </p:nvCxnSpPr>
        <p:spPr>
          <a:xfrm>
            <a:off x="5950858" y="1494970"/>
            <a:ext cx="0" cy="5094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98518" y="493095"/>
            <a:ext cx="3676796" cy="6390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가장 디테일을 살려야 되는 건물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-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메가코프</a:t>
            </a:r>
            <a:r>
              <a:rPr lang="ko-KR" altLang="en-US" sz="1400" dirty="0" smtClean="0">
                <a:solidFill>
                  <a:schemeClr val="tx1"/>
                </a:solidFill>
              </a:rPr>
              <a:t> 회사 </a:t>
            </a:r>
            <a:r>
              <a:rPr lang="en-US" altLang="ko-KR" sz="1400" dirty="0" smtClean="0">
                <a:solidFill>
                  <a:schemeClr val="tx1"/>
                </a:solidFill>
              </a:rPr>
              <a:t>-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07886" y="1494970"/>
            <a:ext cx="2639767" cy="4709259"/>
          </a:xfrm>
          <a:prstGeom prst="rect">
            <a:avLst/>
          </a:prstGeom>
        </p:spPr>
      </p:pic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804419"/>
              </p:ext>
            </p:extLst>
          </p:nvPr>
        </p:nvGraphicFramePr>
        <p:xfrm>
          <a:off x="6055618" y="5503495"/>
          <a:ext cx="580571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942">
                  <a:extLst>
                    <a:ext uri="{9D8B030D-6E8A-4147-A177-3AD203B41FA5}">
                      <a16:colId xmlns:a16="http://schemas.microsoft.com/office/drawing/2014/main" val="3370282899"/>
                    </a:ext>
                  </a:extLst>
                </a:gridCol>
                <a:gridCol w="4062773">
                  <a:extLst>
                    <a:ext uri="{9D8B030D-6E8A-4147-A177-3AD203B41FA5}">
                      <a16:colId xmlns:a16="http://schemas.microsoft.com/office/drawing/2014/main" val="2365910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본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메가코프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건물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제일 층수가 많고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다양한 불빛과 자동차가 돌아다님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75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주요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메가코프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건물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본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메가코프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 건물보다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 수가 낮고 두께가 얇음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568153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1056384" y="5636510"/>
            <a:ext cx="3773714" cy="744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/>
                </a:solidFill>
              </a:rPr>
              <a:t>건물 분위기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76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-3" t="17022" r="178" b="-98"/>
          <a:stretch/>
        </p:blipFill>
        <p:spPr>
          <a:xfrm>
            <a:off x="1108241" y="1739158"/>
            <a:ext cx="2923612" cy="3614058"/>
          </a:xfrm>
          <a:prstGeom prst="rect">
            <a:avLst/>
          </a:prstGeom>
        </p:spPr>
      </p:pic>
      <p:sp>
        <p:nvSpPr>
          <p:cNvPr id="5" name="TextBox 35"/>
          <p:cNvSpPr txBox="1"/>
          <p:nvPr/>
        </p:nvSpPr>
        <p:spPr>
          <a:xfrm>
            <a:off x="198518" y="123763"/>
            <a:ext cx="241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ko-KR" altLang="en-US" dirty="0" smtClean="0"/>
              <a:t>기타 건물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5950858" y="1494970"/>
            <a:ext cx="0" cy="5094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98518" y="594693"/>
            <a:ext cx="3676796" cy="6390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작업해야 될 건물 수 </a:t>
            </a:r>
            <a:r>
              <a:rPr lang="en-US" altLang="ko-KR" sz="1400" dirty="0" smtClean="0">
                <a:solidFill>
                  <a:schemeClr val="tx1"/>
                </a:solidFill>
              </a:rPr>
              <a:t>: 3</a:t>
            </a:r>
            <a:r>
              <a:rPr lang="ko-KR" altLang="en-US" sz="1400" dirty="0" smtClean="0">
                <a:solidFill>
                  <a:schemeClr val="tx1"/>
                </a:solidFill>
              </a:rPr>
              <a:t>개</a:t>
            </a:r>
            <a:r>
              <a:rPr lang="en-US" altLang="ko-KR" sz="1400" dirty="0" smtClean="0">
                <a:solidFill>
                  <a:schemeClr val="tx1"/>
                </a:solidFill>
              </a:rPr>
              <a:t>?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50708" y="5646058"/>
            <a:ext cx="3773714" cy="744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/>
                </a:solidFill>
              </a:rPr>
              <a:t>건물 분위기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077295" y="5412531"/>
            <a:ext cx="3773714" cy="1211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ctr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/>
                </a:solidFill>
              </a:rPr>
              <a:t>얇지만 높은 건물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marL="228600" indent="-228600" algn="ctr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/>
                </a:solidFill>
              </a:rPr>
              <a:t>넓고 높은 건물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marL="228600" indent="-228600" algn="ctr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/>
                </a:solidFill>
              </a:rPr>
              <a:t>낮은 건물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pic>
        <p:nvPicPr>
          <p:cNvPr id="2062" name="Picture 14" descr="https://i.pinimg.com/736x/1e/10/a1/1e10a1e7e8cf5c295a7c44afab9434c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075" y="985283"/>
            <a:ext cx="2435551" cy="193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https://i.pinimg.com/736x/bf/d0/63/bfd063817e05e4dac6ad6ac0cb75d026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53" b="99457" l="0" r="100000">
                        <a14:foregroundMark x1="46332" y1="82880" x2="3940" y2="38179"/>
                        <a14:foregroundMark x1="8696" y1="37092" x2="8424" y2="34239"/>
                        <a14:foregroundMark x1="87636" y1="58288" x2="136" y2="2853"/>
                        <a14:foregroundMark x1="96060" y1="37500" x2="88043" y2="36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370" t="28560" r="2"/>
          <a:stretch/>
        </p:blipFill>
        <p:spPr bwMode="auto">
          <a:xfrm flipH="1">
            <a:off x="6372113" y="3370300"/>
            <a:ext cx="2430430" cy="1729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979328" y="3424050"/>
            <a:ext cx="2864329" cy="1649484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7"/>
          <a:srcRect l="2660" t="10000" r="2220" b="11040"/>
          <a:stretch>
            <a:fillRect/>
          </a:stretch>
        </p:blipFill>
        <p:spPr>
          <a:xfrm>
            <a:off x="8979328" y="985330"/>
            <a:ext cx="2864329" cy="19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5"/>
          <p:cNvSpPr txBox="1"/>
          <p:nvPr/>
        </p:nvSpPr>
        <p:spPr>
          <a:xfrm>
            <a:off x="198518" y="123763"/>
            <a:ext cx="241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ko-KR" altLang="en-US" dirty="0" smtClean="0"/>
              <a:t>건물 작업 참고 자료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4769" y="584545"/>
            <a:ext cx="5613559" cy="268078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4769" y="3356778"/>
            <a:ext cx="4391838" cy="3201048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978327" y="774700"/>
            <a:ext cx="4427785" cy="249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11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5"/>
          <p:cNvSpPr txBox="1"/>
          <p:nvPr/>
        </p:nvSpPr>
        <p:spPr>
          <a:xfrm>
            <a:off x="198518" y="123763"/>
            <a:ext cx="4765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ko-KR" altLang="en-US" dirty="0" smtClean="0"/>
              <a:t>기타 건물 상세 디테일 설명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98518" y="493095"/>
            <a:ext cx="10835840" cy="11144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040" indent="-257040" algn="l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다른 회사들은 서로 의지하며 협력하는 관계로 다리가 설치되어 있음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.</a:t>
            </a:r>
          </a:p>
          <a:p>
            <a:pPr marL="714240" lvl="1" indent="-257040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b="0" i="0" strike="noStrike" dirty="0" err="1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메가코프</a:t>
            </a:r>
            <a:r>
              <a:rPr lang="ko-KR" altLang="en-US" b="0" i="0" strike="noStrike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회사만 연결 </a:t>
            </a:r>
            <a:r>
              <a:rPr lang="en-US" altLang="ko-KR" b="0" i="0" strike="noStrike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x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29314" y="1976835"/>
            <a:ext cx="8945313" cy="3891424"/>
            <a:chOff x="1650115" y="4149490"/>
            <a:chExt cx="8520850" cy="4036866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5033245" y="4188750"/>
              <a:ext cx="2261912" cy="3958346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7560523" y="4208318"/>
              <a:ext cx="2610442" cy="3919210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650115" y="4149490"/>
              <a:ext cx="3028678" cy="40368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528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5"/>
          <p:cNvSpPr txBox="1"/>
          <p:nvPr/>
        </p:nvSpPr>
        <p:spPr>
          <a:xfrm>
            <a:off x="198518" y="123763"/>
            <a:ext cx="4765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ko-KR" altLang="en-US" dirty="0" smtClean="0"/>
              <a:t>자동차 레퍼런스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98518" y="493095"/>
            <a:ext cx="10835840" cy="39703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lnSpc>
                <a:spcPct val="200000"/>
              </a:lnSpc>
              <a:defRPr/>
            </a:pP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자동차 모양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marL="257040" indent="-257040" algn="l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기존에 있는 타이어 모양 변형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.</a:t>
            </a:r>
          </a:p>
          <a:p>
            <a:pPr marL="257040" indent="-257040" algn="l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효율적인 이동을 위한 각진 모양의 차가 대부분</a:t>
            </a:r>
            <a:endParaRPr lang="en-US" altLang="ko-KR" dirty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algn="l">
              <a:lnSpc>
                <a:spcPct val="200000"/>
              </a:lnSpc>
              <a:defRPr/>
            </a:pP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algn="l">
              <a:lnSpc>
                <a:spcPct val="200000"/>
              </a:lnSpc>
              <a:defRPr/>
            </a:pP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algn="l">
              <a:lnSpc>
                <a:spcPct val="200000"/>
              </a:lnSpc>
              <a:defRPr/>
            </a:pP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비행선 모양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marL="257040" indent="-257040" algn="l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dirty="0" err="1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펠러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, </a:t>
            </a:r>
            <a:r>
              <a:rPr lang="ko-KR" altLang="en-US" dirty="0" err="1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수직안정판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제거된 모델이 많음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t="9640" r="59440" b="70790"/>
          <a:stretch>
            <a:fillRect/>
          </a:stretch>
        </p:blipFill>
        <p:spPr>
          <a:xfrm>
            <a:off x="4411204" y="4454612"/>
            <a:ext cx="2181336" cy="192922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0588" y="2140047"/>
            <a:ext cx="4818060" cy="125688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348404" y="2140048"/>
            <a:ext cx="3880860" cy="1270810"/>
          </a:xfrm>
          <a:prstGeom prst="rect">
            <a:avLst/>
          </a:prstGeom>
        </p:spPr>
      </p:pic>
      <p:pic>
        <p:nvPicPr>
          <p:cNvPr id="3074" name="Picture 2" descr="스토리 핀 이미지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234" y="4463413"/>
            <a:ext cx="1920419" cy="192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스토리 핀 이미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264" y="4463413"/>
            <a:ext cx="1920419" cy="192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search.pstatic.net/common/?src=https%3A%2F%2Fdbscthumb-phinf.pstatic.net%2F2998_000_1%2F20140529190757410_8YICZ60J5.jpg%2F0822.jpg%3Ftype%3Dm4500_4500_fst_n&amp;type=sc960_83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15" y="4369048"/>
            <a:ext cx="3714871" cy="20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액자 2"/>
          <p:cNvSpPr/>
          <p:nvPr/>
        </p:nvSpPr>
        <p:spPr>
          <a:xfrm>
            <a:off x="2931886" y="4454612"/>
            <a:ext cx="870857" cy="1299029"/>
          </a:xfrm>
          <a:prstGeom prst="frame">
            <a:avLst>
              <a:gd name="adj1" fmla="val 574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액자 14"/>
          <p:cNvSpPr/>
          <p:nvPr/>
        </p:nvSpPr>
        <p:spPr>
          <a:xfrm>
            <a:off x="653143" y="4624517"/>
            <a:ext cx="527835" cy="1239254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28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5"/>
          <p:cNvSpPr txBox="1"/>
          <p:nvPr/>
        </p:nvSpPr>
        <p:spPr>
          <a:xfrm>
            <a:off x="198518" y="123763"/>
            <a:ext cx="4765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ko-KR" altLang="en-US" dirty="0" smtClean="0"/>
              <a:t>광고판 레퍼런스 자료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5288" y="757323"/>
            <a:ext cx="1741643" cy="265505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83887" y="3575009"/>
            <a:ext cx="1741643" cy="311886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65602" y="5178981"/>
            <a:ext cx="1121826" cy="131387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427002" y="2366303"/>
            <a:ext cx="877635" cy="87763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783712" y="757321"/>
            <a:ext cx="992505" cy="153367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951160" y="782529"/>
            <a:ext cx="991278" cy="150846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653735" y="3597354"/>
            <a:ext cx="1168577" cy="146072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427002" y="757323"/>
            <a:ext cx="1044264" cy="156444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616265" y="757322"/>
            <a:ext cx="1022448" cy="153367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002486" y="3523395"/>
            <a:ext cx="1250023" cy="166669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465602" y="3575009"/>
            <a:ext cx="1121826" cy="148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7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35"/>
          <p:cNvSpPr txBox="1"/>
          <p:nvPr/>
        </p:nvSpPr>
        <p:spPr>
          <a:xfrm>
            <a:off x="198518" y="123763"/>
            <a:ext cx="4765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ko-KR" altLang="en-US" dirty="0" smtClean="0"/>
              <a:t>기타 건물 상세 디테일 설명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198518" y="493095"/>
            <a:ext cx="10835840" cy="55797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040" indent="-257040" algn="l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움직이는 영상 출력 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494815" y="2905125"/>
            <a:ext cx="6537810" cy="3708445"/>
            <a:chOff x="494815" y="2502853"/>
            <a:chExt cx="6537810" cy="4110717"/>
          </a:xfrm>
        </p:grpSpPr>
        <p:grpSp>
          <p:nvGrpSpPr>
            <p:cNvPr id="27" name="그룹 26"/>
            <p:cNvGrpSpPr/>
            <p:nvPr/>
          </p:nvGrpSpPr>
          <p:grpSpPr>
            <a:xfrm>
              <a:off x="494815" y="2502853"/>
              <a:ext cx="6537810" cy="4110717"/>
              <a:chOff x="275740" y="1419226"/>
              <a:chExt cx="6537810" cy="4110717"/>
            </a:xfrm>
          </p:grpSpPr>
          <p:grpSp>
            <p:nvGrpSpPr>
              <p:cNvPr id="20" name="그룹 19"/>
              <p:cNvGrpSpPr/>
              <p:nvPr/>
            </p:nvGrpSpPr>
            <p:grpSpPr>
              <a:xfrm>
                <a:off x="275740" y="1419226"/>
                <a:ext cx="6537810" cy="4110717"/>
                <a:chOff x="-20896" y="-104774"/>
                <a:chExt cx="12212896" cy="6994103"/>
              </a:xfrm>
            </p:grpSpPr>
            <p:pic>
              <p:nvPicPr>
                <p:cNvPr id="4" name="그림 3"/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73170" t="35860" r="980" b="4050"/>
                <a:stretch>
                  <a:fillRect/>
                </a:stretch>
              </p:blipFill>
              <p:spPr>
                <a:xfrm>
                  <a:off x="7244151" y="1676598"/>
                  <a:ext cx="1695614" cy="5157261"/>
                </a:xfrm>
                <a:prstGeom prst="rect">
                  <a:avLst/>
                </a:prstGeom>
              </p:spPr>
            </p:pic>
            <p:pic>
              <p:nvPicPr>
                <p:cNvPr id="5" name="그림 4"/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16010" t="33980" r="53960" b="5930"/>
                <a:stretch>
                  <a:fillRect/>
                </a:stretch>
              </p:blipFill>
              <p:spPr>
                <a:xfrm>
                  <a:off x="3247594" y="1676598"/>
                  <a:ext cx="1969962" cy="5157261"/>
                </a:xfrm>
                <a:prstGeom prst="rect">
                  <a:avLst/>
                </a:prstGeom>
              </p:spPr>
            </p:pic>
            <p:pic>
              <p:nvPicPr>
                <p:cNvPr id="6" name="그림 5"/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3850" t="17820" r="41670" b="16490"/>
                <a:stretch>
                  <a:fillRect/>
                </a:stretch>
              </p:blipFill>
              <p:spPr>
                <a:xfrm>
                  <a:off x="5277980" y="-104774"/>
                  <a:ext cx="1966169" cy="6962774"/>
                </a:xfrm>
                <a:prstGeom prst="rect">
                  <a:avLst/>
                </a:prstGeom>
              </p:spPr>
            </p:pic>
            <p:pic>
              <p:nvPicPr>
                <p:cNvPr id="7" name="그림 6"/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28440" t="400" r="33500" b="-400"/>
                <a:stretch>
                  <a:fillRect/>
                </a:stretch>
              </p:blipFill>
              <p:spPr>
                <a:xfrm>
                  <a:off x="4382099" y="1040461"/>
                  <a:ext cx="1670918" cy="5793400"/>
                </a:xfrm>
                <a:prstGeom prst="rect">
                  <a:avLst/>
                </a:prstGeom>
              </p:spPr>
            </p:pic>
            <p:pic>
              <p:nvPicPr>
                <p:cNvPr id="8" name="그림 7"/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25880" r="25880"/>
                <a:stretch>
                  <a:fillRect/>
                </a:stretch>
              </p:blipFill>
              <p:spPr>
                <a:xfrm flipH="1">
                  <a:off x="6466175" y="1727161"/>
                  <a:ext cx="1921750" cy="5106699"/>
                </a:xfrm>
                <a:prstGeom prst="rect">
                  <a:avLst/>
                </a:prstGeom>
              </p:spPr>
            </p:pic>
            <p:pic>
              <p:nvPicPr>
                <p:cNvPr id="9" name="그림 8"/>
                <p:cNvPicPr>
                  <a:picLocks noChangeAspect="1"/>
                </p:cNvPicPr>
                <p:nvPr/>
              </p:nvPicPr>
              <p:blipFill rotWithShape="1">
                <a:blip r:embed="rId5"/>
                <a:stretch>
                  <a:fillRect/>
                </a:stretch>
              </p:blipFill>
              <p:spPr>
                <a:xfrm rot="1765801">
                  <a:off x="4328407" y="1840009"/>
                  <a:ext cx="984981" cy="767315"/>
                </a:xfrm>
                <a:prstGeom prst="rect">
                  <a:avLst/>
                </a:prstGeom>
              </p:spPr>
            </p:pic>
            <p:pic>
              <p:nvPicPr>
                <p:cNvPr id="10" name="그림 9"/>
                <p:cNvPicPr>
                  <a:picLocks noChangeAspect="1"/>
                </p:cNvPicPr>
                <p:nvPr/>
              </p:nvPicPr>
              <p:blipFill rotWithShape="1">
                <a:blip r:embed="rId5"/>
                <a:stretch>
                  <a:fillRect/>
                </a:stretch>
              </p:blipFill>
              <p:spPr>
                <a:xfrm rot="19662952" flipH="1">
                  <a:off x="6845609" y="3127174"/>
                  <a:ext cx="797082" cy="450596"/>
                </a:xfrm>
                <a:prstGeom prst="rect">
                  <a:avLst/>
                </a:prstGeom>
              </p:spPr>
            </p:pic>
            <p:pic>
              <p:nvPicPr>
                <p:cNvPr id="11" name="그림 10"/>
                <p:cNvPicPr>
                  <a:picLocks noChangeAspect="1"/>
                </p:cNvPicPr>
                <p:nvPr/>
              </p:nvPicPr>
              <p:blipFill rotWithShape="1">
                <a:blip r:embed="rId6"/>
                <a:stretch>
                  <a:fillRect/>
                </a:stretch>
              </p:blipFill>
              <p:spPr>
                <a:xfrm>
                  <a:off x="7235366" y="1628105"/>
                  <a:ext cx="780684" cy="1142632"/>
                </a:xfrm>
                <a:prstGeom prst="rect">
                  <a:avLst/>
                </a:prstGeom>
              </p:spPr>
            </p:pic>
            <p:pic>
              <p:nvPicPr>
                <p:cNvPr id="12" name="그림 11"/>
                <p:cNvPicPr>
                  <a:picLocks noChangeAspect="1"/>
                </p:cNvPicPr>
                <p:nvPr/>
              </p:nvPicPr>
              <p:blipFill rotWithShape="1">
                <a:blip r:embed="rId7"/>
                <a:stretch>
                  <a:fillRect/>
                </a:stretch>
              </p:blipFill>
              <p:spPr>
                <a:xfrm>
                  <a:off x="3985438" y="2515648"/>
                  <a:ext cx="1069962" cy="1673648"/>
                </a:xfrm>
                <a:prstGeom prst="rect">
                  <a:avLst/>
                </a:prstGeom>
              </p:spPr>
            </p:pic>
            <p:pic>
              <p:nvPicPr>
                <p:cNvPr id="13" name="그림 12"/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41010" t="53510" r="23840" b="7990"/>
                <a:stretch>
                  <a:fillRect/>
                </a:stretch>
              </p:blipFill>
              <p:spPr>
                <a:xfrm>
                  <a:off x="8705901" y="3529494"/>
                  <a:ext cx="2304999" cy="3304365"/>
                </a:xfrm>
                <a:prstGeom prst="rect">
                  <a:avLst/>
                </a:prstGeom>
              </p:spPr>
            </p:pic>
            <p:pic>
              <p:nvPicPr>
                <p:cNvPr id="14" name="그림 13"/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41010" t="53510" r="23840" b="7990"/>
                <a:stretch>
                  <a:fillRect/>
                </a:stretch>
              </p:blipFill>
              <p:spPr>
                <a:xfrm>
                  <a:off x="960884" y="3513401"/>
                  <a:ext cx="2304999" cy="3304365"/>
                </a:xfrm>
                <a:prstGeom prst="rect">
                  <a:avLst/>
                </a:prstGeom>
              </p:spPr>
            </p:pic>
            <p:pic>
              <p:nvPicPr>
                <p:cNvPr id="15" name="그림 14"/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38780" t="40190" r="26070" b="40550"/>
                <a:stretch>
                  <a:fillRect/>
                </a:stretch>
              </p:blipFill>
              <p:spPr>
                <a:xfrm>
                  <a:off x="933450" y="2284977"/>
                  <a:ext cx="2304999" cy="1652182"/>
                </a:xfrm>
                <a:prstGeom prst="rect">
                  <a:avLst/>
                </a:prstGeom>
              </p:spPr>
            </p:pic>
            <p:pic>
              <p:nvPicPr>
                <p:cNvPr id="16" name="그림 15"/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18750" t="11590" r="46220" b="68600"/>
                <a:stretch>
                  <a:fillRect/>
                </a:stretch>
              </p:blipFill>
              <p:spPr>
                <a:xfrm>
                  <a:off x="5464089" y="2199420"/>
                  <a:ext cx="1179306" cy="879935"/>
                </a:xfrm>
                <a:prstGeom prst="rect">
                  <a:avLst/>
                </a:prstGeom>
              </p:spPr>
            </p:pic>
            <p:pic>
              <p:nvPicPr>
                <p:cNvPr id="17" name="그림 16"/>
                <p:cNvPicPr>
                  <a:picLocks noChangeAspect="1"/>
                </p:cNvPicPr>
                <p:nvPr/>
              </p:nvPicPr>
              <p:blipFill rotWithShape="1">
                <a:blip r:embed="rId9"/>
                <a:stretch>
                  <a:fillRect/>
                </a:stretch>
              </p:blipFill>
              <p:spPr>
                <a:xfrm>
                  <a:off x="3207354" y="4254677"/>
                  <a:ext cx="1199185" cy="1332686"/>
                </a:xfrm>
                <a:prstGeom prst="rect">
                  <a:avLst/>
                </a:prstGeom>
              </p:spPr>
            </p:pic>
            <p:pic>
              <p:nvPicPr>
                <p:cNvPr id="18" name="Picture 2" descr="https://i.pinimg.com/736x/bf/d0/63/bfd063817e05e4dac6ad6ac0cb75d026.jpg"/>
                <p:cNvPicPr>
                  <a:picLocks noChangeAspect="1" noChangeArrowheads="1"/>
                </p:cNvPicPr>
                <p:nvPr/>
              </p:nvPicPr>
              <p:blipFill rotWithShape="1">
                <a:blip r:embed="rId10"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backgroundRemoval t="9783" b="99592" l="0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713" t="33447" r="1"/>
                <a:stretch/>
              </p:blipFill>
              <p:spPr bwMode="auto">
                <a:xfrm>
                  <a:off x="8806936" y="2223666"/>
                  <a:ext cx="3385064" cy="466566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9" name="Picture 2" descr="https://i.pinimg.com/736x/bf/d0/63/bfd063817e05e4dac6ad6ac0cb75d026.jpg"/>
                <p:cNvPicPr>
                  <a:picLocks noChangeAspect="1" noChangeArrowheads="1"/>
                </p:cNvPicPr>
                <p:nvPr/>
              </p:nvPicPr>
              <p:blipFill rotWithShape="1">
                <a:blip r:embed="rId10"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backgroundRemoval t="9783" b="99592" l="0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713" t="33447" r="1"/>
                <a:stretch/>
              </p:blipFill>
              <p:spPr bwMode="auto">
                <a:xfrm flipH="1">
                  <a:off x="-20896" y="2568061"/>
                  <a:ext cx="3135196" cy="432126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1" name="액자 20"/>
              <p:cNvSpPr/>
              <p:nvPr/>
            </p:nvSpPr>
            <p:spPr>
              <a:xfrm>
                <a:off x="1898637" y="3943025"/>
                <a:ext cx="741041" cy="821700"/>
              </a:xfrm>
              <a:prstGeom prst="frame">
                <a:avLst>
                  <a:gd name="adj1" fmla="val 427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액자 21"/>
              <p:cNvSpPr/>
              <p:nvPr/>
            </p:nvSpPr>
            <p:spPr>
              <a:xfrm>
                <a:off x="2297635" y="2973132"/>
                <a:ext cx="741041" cy="931465"/>
              </a:xfrm>
              <a:prstGeom prst="frame">
                <a:avLst>
                  <a:gd name="adj1" fmla="val 427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액자 22"/>
              <p:cNvSpPr/>
              <p:nvPr/>
            </p:nvSpPr>
            <p:spPr>
              <a:xfrm>
                <a:off x="3110675" y="2736443"/>
                <a:ext cx="850417" cy="639218"/>
              </a:xfrm>
              <a:prstGeom prst="frame">
                <a:avLst>
                  <a:gd name="adj1" fmla="val 427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액자 23"/>
              <p:cNvSpPr/>
              <p:nvPr/>
            </p:nvSpPr>
            <p:spPr>
              <a:xfrm>
                <a:off x="4038887" y="2263140"/>
                <a:ext cx="640973" cy="937313"/>
              </a:xfrm>
              <a:prstGeom prst="frame">
                <a:avLst>
                  <a:gd name="adj1" fmla="val 427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칠각형 27"/>
            <p:cNvSpPr/>
            <p:nvPr/>
          </p:nvSpPr>
          <p:spPr>
            <a:xfrm>
              <a:off x="2297081" y="3846465"/>
              <a:ext cx="400050" cy="441779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2</a:t>
              </a:r>
              <a:endParaRPr lang="ko-KR" altLang="en-US" dirty="0"/>
            </a:p>
          </p:txBody>
        </p:sp>
        <p:sp>
          <p:nvSpPr>
            <p:cNvPr id="29" name="칠각형 28"/>
            <p:cNvSpPr/>
            <p:nvPr/>
          </p:nvSpPr>
          <p:spPr>
            <a:xfrm>
              <a:off x="1973252" y="4812988"/>
              <a:ext cx="400050" cy="441779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1</a:t>
              </a:r>
              <a:endParaRPr lang="ko-KR" altLang="en-US" dirty="0"/>
            </a:p>
          </p:txBody>
        </p:sp>
        <p:sp>
          <p:nvSpPr>
            <p:cNvPr id="30" name="칠각형 29"/>
            <p:cNvSpPr/>
            <p:nvPr/>
          </p:nvSpPr>
          <p:spPr>
            <a:xfrm>
              <a:off x="3189510" y="3587014"/>
              <a:ext cx="400050" cy="441779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3</a:t>
              </a:r>
              <a:endParaRPr lang="ko-KR" altLang="en-US" dirty="0"/>
            </a:p>
          </p:txBody>
        </p:sp>
        <p:sp>
          <p:nvSpPr>
            <p:cNvPr id="31" name="칠각형 30"/>
            <p:cNvSpPr/>
            <p:nvPr/>
          </p:nvSpPr>
          <p:spPr>
            <a:xfrm>
              <a:off x="4118806" y="3171614"/>
              <a:ext cx="400050" cy="441779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4</a:t>
              </a:r>
              <a:endParaRPr lang="ko-KR" altLang="en-US" dirty="0"/>
            </a:p>
          </p:txBody>
        </p:sp>
      </p:grp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125176"/>
              </p:ext>
            </p:extLst>
          </p:nvPr>
        </p:nvGraphicFramePr>
        <p:xfrm>
          <a:off x="315239" y="1157540"/>
          <a:ext cx="67173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161">
                  <a:extLst>
                    <a:ext uri="{9D8B030D-6E8A-4147-A177-3AD203B41FA5}">
                      <a16:colId xmlns:a16="http://schemas.microsoft.com/office/drawing/2014/main" val="1999573431"/>
                    </a:ext>
                  </a:extLst>
                </a:gridCol>
                <a:gridCol w="6118225">
                  <a:extLst>
                    <a:ext uri="{9D8B030D-6E8A-4147-A177-3AD203B41FA5}">
                      <a16:colId xmlns:a16="http://schemas.microsoft.com/office/drawing/2014/main" val="2587826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158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안전 운전에 대한 날아다니는 표지판 느낌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37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자극적인 광고로 시선을 끌려는 의도적인 회사 광고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43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메가코프의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 실적을 발표한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</a:rPr>
                        <a:t>위상을 펼치는 전광판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606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메가코프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 회사의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주모델이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 광고하는 전광판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84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57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192</Words>
  <Application>Microsoft Office PowerPoint</Application>
  <PresentationFormat>와이드스크린</PresentationFormat>
  <Paragraphs>49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굴림</vt:lpstr>
      <vt:lpstr>맑은 고딕</vt:lpstr>
      <vt:lpstr>Arial</vt:lpstr>
      <vt:lpstr>Office 테마</vt:lpstr>
      <vt:lpstr>C구역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C구역</dc:title>
  <dc:creator>hyeon2-400</dc:creator>
  <cp:lastModifiedBy>hyeon2-400</cp:lastModifiedBy>
  <cp:revision>7</cp:revision>
  <dcterms:created xsi:type="dcterms:W3CDTF">2026-04-08T05:06:07Z</dcterms:created>
  <dcterms:modified xsi:type="dcterms:W3CDTF">2026-04-08T05:41:54Z</dcterms:modified>
</cp:coreProperties>
</file>